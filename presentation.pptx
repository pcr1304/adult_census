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 id="2147483670"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5143500" type="screen16x9"/>
  <p:notesSz cx="6858000" cy="9144000"/>
  <p:embeddedFontLst>
    <p:embeddedFont>
      <p:font typeface="Helvetica Neue" panose="020B0604020202020204" charset="0"/>
      <p:regular r:id="rId23"/>
      <p:bold r:id="rId24"/>
      <p:italic r:id="rId25"/>
      <p:boldItalic r:id="rId26"/>
    </p:embeddedFont>
    <p:embeddedFont>
      <p:font typeface="Inter" panose="020B0604020202020204" charset="0"/>
      <p:regular r:id="rId27"/>
      <p:bold r:id="rId28"/>
      <p:italic r:id="rId29"/>
      <p:boldItalic r:id="rId30"/>
    </p:embeddedFont>
    <p:embeddedFont>
      <p:font typeface="Roboto" panose="02000000000000000000" pitchFamily="2" charset="0"/>
      <p:regular r:id="rId31"/>
      <p:bold r:id="rId32"/>
      <p:italic r:id="rId33"/>
      <p:boldItalic r:id="rId34"/>
    </p:embeddedFont>
    <p:embeddedFont>
      <p:font typeface="Roboto Mono" panose="00000009000000000000" pitchFamily="49"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93"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1899d3abee_2_38:notes"/>
          <p:cNvSpPr txBox="1">
            <a:spLocks noGrp="1"/>
          </p:cNvSpPr>
          <p:nvPr>
            <p:ph type="sldNum" idx="12"/>
          </p:nvPr>
        </p:nvSpPr>
        <p:spPr>
          <a:xfrm>
            <a:off x="3884414" y="8685893"/>
            <a:ext cx="2972098" cy="456595"/>
          </a:xfrm>
          <a:prstGeom prst="rect">
            <a:avLst/>
          </a:prstGeom>
          <a:noFill/>
          <a:ln>
            <a:noFill/>
          </a:ln>
        </p:spPr>
        <p:txBody>
          <a:bodyPr spcFirstLastPara="1" wrap="square" lIns="91100" tIns="45550" rIns="91100" bIns="45550" anchor="b" anchorCtr="0">
            <a:noAutofit/>
          </a:bodyPr>
          <a:lstStyle/>
          <a:p>
            <a:pPr marL="0" lvl="0" indent="0" algn="r" rtl="0">
              <a:lnSpc>
                <a:spcPct val="100000"/>
              </a:lnSpc>
              <a:spcBef>
                <a:spcPts val="0"/>
              </a:spcBef>
              <a:spcAft>
                <a:spcPts val="0"/>
              </a:spcAft>
              <a:buSzPts val="1300"/>
              <a:buNone/>
            </a:pPr>
            <a:fld id="{00000000-1234-1234-1234-123412341234}" type="slidenum">
              <a:rPr lang="en" sz="1300"/>
              <a:t>1</a:t>
            </a:fld>
            <a:endParaRPr sz="1300"/>
          </a:p>
        </p:txBody>
      </p:sp>
      <p:sp>
        <p:nvSpPr>
          <p:cNvPr id="90" name="Google Shape;90;g31899d3abee_2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g31899d3abee_2_38:notes"/>
          <p:cNvSpPr txBox="1">
            <a:spLocks noGrp="1"/>
          </p:cNvSpPr>
          <p:nvPr>
            <p:ph type="body" idx="1"/>
          </p:nvPr>
        </p:nvSpPr>
        <p:spPr>
          <a:xfrm>
            <a:off x="686098" y="4343703"/>
            <a:ext cx="5485805" cy="4113892"/>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0"/>
              </a:spcBef>
              <a:spcAft>
                <a:spcPts val="0"/>
              </a:spcAft>
              <a:buSzPts val="1300"/>
              <a:buNone/>
            </a:pPr>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512cf64959_0_1: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97" name="Google Shape;97;g3512cf64959_0_1: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51b8f878ab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1b8f878a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189c908d72_2_0: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09" name="Google Shape;109;g3189c908d72_2_0: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1899d3abee_2_55:notes"/>
          <p:cNvSpPr txBox="1">
            <a:spLocks noGrp="1"/>
          </p:cNvSpPr>
          <p:nvPr>
            <p:ph type="body" idx="1"/>
          </p:nvPr>
        </p:nvSpPr>
        <p:spPr>
          <a:xfrm>
            <a:off x="686098" y="4343703"/>
            <a:ext cx="5485805" cy="4113892"/>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15" name="Google Shape;115;g31899d3abee_2_55:notes"/>
          <p:cNvSpPr>
            <a:spLocks noGrp="1" noRot="1" noChangeAspect="1"/>
          </p:cNvSpPr>
          <p:nvPr>
            <p:ph type="sldImg" idx="2"/>
          </p:nvPr>
        </p:nvSpPr>
        <p:spPr>
          <a:xfrm>
            <a:off x="428625" y="686405"/>
            <a:ext cx="60007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51b8f878ab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51b8f878ab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1899d3abee_2_60:notes"/>
          <p:cNvSpPr txBox="1">
            <a:spLocks noGrp="1"/>
          </p:cNvSpPr>
          <p:nvPr>
            <p:ph type="body" idx="1"/>
          </p:nvPr>
        </p:nvSpPr>
        <p:spPr>
          <a:xfrm>
            <a:off x="686098" y="4343703"/>
            <a:ext cx="5485781" cy="41140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27" name="Google Shape;127;g31899d3abee_2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1899d3abee_2_65:notes"/>
          <p:cNvSpPr txBox="1">
            <a:spLocks noGrp="1"/>
          </p:cNvSpPr>
          <p:nvPr>
            <p:ph type="body" idx="1"/>
          </p:nvPr>
        </p:nvSpPr>
        <p:spPr>
          <a:xfrm>
            <a:off x="686098" y="4343703"/>
            <a:ext cx="5485781" cy="41140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33" name="Google Shape;133;g31899d3abee_2_65:notes"/>
          <p:cNvSpPr>
            <a:spLocks noGrp="1" noRot="1" noChangeAspect="1"/>
          </p:cNvSpPr>
          <p:nvPr>
            <p:ph type="sldImg" idx="2"/>
          </p:nvPr>
        </p:nvSpPr>
        <p:spPr>
          <a:xfrm>
            <a:off x="428625" y="686405"/>
            <a:ext cx="6000750" cy="342914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1899d3abee_2_84:notes"/>
          <p:cNvSpPr txBox="1">
            <a:spLocks noGrp="1"/>
          </p:cNvSpPr>
          <p:nvPr>
            <p:ph type="body" idx="1"/>
          </p:nvPr>
        </p:nvSpPr>
        <p:spPr>
          <a:xfrm>
            <a:off x="686098" y="4343703"/>
            <a:ext cx="5485781" cy="41140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39" name="Google Shape;139;g31899d3abee_2_84:notes"/>
          <p:cNvSpPr>
            <a:spLocks noGrp="1" noRot="1" noChangeAspect="1"/>
          </p:cNvSpPr>
          <p:nvPr>
            <p:ph type="sldImg" idx="2"/>
          </p:nvPr>
        </p:nvSpPr>
        <p:spPr>
          <a:xfrm>
            <a:off x="428625" y="686405"/>
            <a:ext cx="6000750" cy="342914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5398c657a3_1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5398c657a3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512cf64959_0_19: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51" name="Google Shape;151;g3512cf64959_0_19: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1899d3abee_2_75:notes"/>
          <p:cNvSpPr txBox="1">
            <a:spLocks noGrp="1"/>
          </p:cNvSpPr>
          <p:nvPr>
            <p:ph type="body" idx="1"/>
          </p:nvPr>
        </p:nvSpPr>
        <p:spPr>
          <a:xfrm>
            <a:off x="686098" y="4343703"/>
            <a:ext cx="5485805" cy="4113892"/>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58" name="Google Shape;158;g31899d3abee_2_75:notes"/>
          <p:cNvSpPr>
            <a:spLocks noGrp="1" noRot="1" noChangeAspect="1"/>
          </p:cNvSpPr>
          <p:nvPr>
            <p:ph type="sldImg" idx="2"/>
          </p:nvPr>
        </p:nvSpPr>
        <p:spPr>
          <a:xfrm>
            <a:off x="428625" y="686405"/>
            <a:ext cx="60007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53ee24d486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53ee24d486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53ee24d486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53ee24d486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899d3abee_2_79:notes"/>
          <p:cNvSpPr txBox="1">
            <a:spLocks noGrp="1"/>
          </p:cNvSpPr>
          <p:nvPr>
            <p:ph type="body" idx="1"/>
          </p:nvPr>
        </p:nvSpPr>
        <p:spPr>
          <a:xfrm>
            <a:off x="686098" y="4343703"/>
            <a:ext cx="5485805" cy="4113892"/>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80" name="Google Shape;180;g31899d3abee_2_79:notes"/>
          <p:cNvSpPr>
            <a:spLocks noGrp="1" noRot="1" noChangeAspect="1"/>
          </p:cNvSpPr>
          <p:nvPr>
            <p:ph type="sldImg" idx="2"/>
          </p:nvPr>
        </p:nvSpPr>
        <p:spPr>
          <a:xfrm>
            <a:off x="428625" y="686405"/>
            <a:ext cx="60007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899d3abee_2_88:notes"/>
          <p:cNvSpPr txBox="1">
            <a:spLocks noGrp="1"/>
          </p:cNvSpPr>
          <p:nvPr>
            <p:ph type="body" idx="1"/>
          </p:nvPr>
        </p:nvSpPr>
        <p:spPr>
          <a:xfrm>
            <a:off x="686098" y="4343703"/>
            <a:ext cx="5485805" cy="4113892"/>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86" name="Google Shape;186;g31899d3abee_2_88:notes"/>
          <p:cNvSpPr>
            <a:spLocks noGrp="1" noRot="1" noChangeAspect="1"/>
          </p:cNvSpPr>
          <p:nvPr>
            <p:ph type="sldImg" idx="2"/>
          </p:nvPr>
        </p:nvSpPr>
        <p:spPr>
          <a:xfrm>
            <a:off x="428625" y="686405"/>
            <a:ext cx="60007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53ee24d486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53ee24d486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1899d3abee_2_93:notes"/>
          <p:cNvSpPr txBox="1">
            <a:spLocks noGrp="1"/>
          </p:cNvSpPr>
          <p:nvPr>
            <p:ph type="body" idx="1"/>
          </p:nvPr>
        </p:nvSpPr>
        <p:spPr>
          <a:xfrm>
            <a:off x="686098" y="4343703"/>
            <a:ext cx="5485781" cy="41140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198" name="Google Shape;198;g31899d3abee_2_93:notes"/>
          <p:cNvSpPr>
            <a:spLocks noGrp="1" noRot="1" noChangeAspect="1"/>
          </p:cNvSpPr>
          <p:nvPr>
            <p:ph type="sldImg" idx="2"/>
          </p:nvPr>
        </p:nvSpPr>
        <p:spPr>
          <a:xfrm>
            <a:off x="428625" y="686405"/>
            <a:ext cx="6000750" cy="342914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512cf64959_0_29:notes"/>
          <p:cNvSpPr txBox="1">
            <a:spLocks noGrp="1"/>
          </p:cNvSpPr>
          <p:nvPr>
            <p:ph type="body" idx="1"/>
          </p:nvPr>
        </p:nvSpPr>
        <p:spPr>
          <a:xfrm>
            <a:off x="686098" y="4343703"/>
            <a:ext cx="5485800" cy="4113900"/>
          </a:xfrm>
          <a:prstGeom prst="rect">
            <a:avLst/>
          </a:prstGeom>
          <a:noFill/>
          <a:ln>
            <a:noFill/>
          </a:ln>
        </p:spPr>
        <p:txBody>
          <a:bodyPr spcFirstLastPara="1" wrap="square" lIns="91100" tIns="45550" rIns="91100" bIns="45550" anchor="t" anchorCtr="0">
            <a:noAutofit/>
          </a:bodyPr>
          <a:lstStyle/>
          <a:p>
            <a:pPr marL="0" lvl="0" indent="0" algn="l" rtl="0">
              <a:lnSpc>
                <a:spcPct val="100000"/>
              </a:lnSpc>
              <a:spcBef>
                <a:spcPts val="300"/>
              </a:spcBef>
              <a:spcAft>
                <a:spcPts val="0"/>
              </a:spcAft>
              <a:buSzPts val="1300"/>
              <a:buNone/>
            </a:pPr>
            <a:endParaRPr sz="1300"/>
          </a:p>
        </p:txBody>
      </p:sp>
      <p:sp>
        <p:nvSpPr>
          <p:cNvPr id="204" name="Google Shape;204;g3512cf64959_0_29: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3"/>
        <p:cNvGrpSpPr/>
        <p:nvPr/>
      </p:nvGrpSpPr>
      <p:grpSpPr>
        <a:xfrm>
          <a:off x="0" y="0"/>
          <a:ext cx="0" cy="0"/>
          <a:chOff x="0" y="0"/>
          <a:chExt cx="0" cy="0"/>
        </a:xfrm>
      </p:grpSpPr>
      <p:sp>
        <p:nvSpPr>
          <p:cNvPr id="54" name="Google Shape;54;p14"/>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 name="Google Shape;55;p14"/>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80"/>
              </a:spcBef>
              <a:spcAft>
                <a:spcPts val="0"/>
              </a:spcAft>
              <a:buClr>
                <a:srgbClr val="0000FF"/>
              </a:buClr>
              <a:buSzPts val="2400"/>
              <a:buFont typeface="Arial"/>
              <a:buNone/>
              <a:defRPr/>
            </a:lvl1pPr>
            <a:lvl2pPr lvl="1" algn="ctr">
              <a:lnSpc>
                <a:spcPct val="100000"/>
              </a:lnSpc>
              <a:spcBef>
                <a:spcPts val="480"/>
              </a:spcBef>
              <a:spcAft>
                <a:spcPts val="0"/>
              </a:spcAft>
              <a:buClr>
                <a:srgbClr val="0000FF"/>
              </a:buClr>
              <a:buSzPts val="2400"/>
              <a:buFont typeface="Arial"/>
              <a:buNone/>
              <a:defRPr/>
            </a:lvl2pPr>
            <a:lvl3pPr lvl="2" algn="ctr">
              <a:lnSpc>
                <a:spcPct val="100000"/>
              </a:lnSpc>
              <a:spcBef>
                <a:spcPts val="480"/>
              </a:spcBef>
              <a:spcAft>
                <a:spcPts val="0"/>
              </a:spcAft>
              <a:buClr>
                <a:srgbClr val="0000FF"/>
              </a:buClr>
              <a:buSzPts val="2400"/>
              <a:buFont typeface="Arial"/>
              <a:buNone/>
              <a:defRPr/>
            </a:lvl3pPr>
            <a:lvl4pPr lvl="3" algn="ctr">
              <a:lnSpc>
                <a:spcPct val="100000"/>
              </a:lnSpc>
              <a:spcBef>
                <a:spcPts val="480"/>
              </a:spcBef>
              <a:spcAft>
                <a:spcPts val="0"/>
              </a:spcAft>
              <a:buClr>
                <a:srgbClr val="0000FF"/>
              </a:buClr>
              <a:buSzPts val="2400"/>
              <a:buFont typeface="Arial"/>
              <a:buNone/>
              <a:defRPr/>
            </a:lvl4pPr>
            <a:lvl5pPr lvl="4" algn="ctr">
              <a:lnSpc>
                <a:spcPct val="100000"/>
              </a:lnSpc>
              <a:spcBef>
                <a:spcPts val="480"/>
              </a:spcBef>
              <a:spcAft>
                <a:spcPts val="0"/>
              </a:spcAft>
              <a:buClr>
                <a:srgbClr val="0000FF"/>
              </a:buClr>
              <a:buSzPts val="2400"/>
              <a:buFont typeface="Arial"/>
              <a:buNone/>
              <a:defRPr/>
            </a:lvl5pPr>
            <a:lvl6pPr lvl="5" algn="ctr">
              <a:lnSpc>
                <a:spcPct val="100000"/>
              </a:lnSpc>
              <a:spcBef>
                <a:spcPts val="480"/>
              </a:spcBef>
              <a:spcAft>
                <a:spcPts val="0"/>
              </a:spcAft>
              <a:buClr>
                <a:srgbClr val="0000FF"/>
              </a:buClr>
              <a:buSzPts val="2400"/>
              <a:buFont typeface="Arial"/>
              <a:buNone/>
              <a:defRPr/>
            </a:lvl6pPr>
            <a:lvl7pPr lvl="6" algn="ctr">
              <a:lnSpc>
                <a:spcPct val="100000"/>
              </a:lnSpc>
              <a:spcBef>
                <a:spcPts val="480"/>
              </a:spcBef>
              <a:spcAft>
                <a:spcPts val="0"/>
              </a:spcAft>
              <a:buClr>
                <a:srgbClr val="0000FF"/>
              </a:buClr>
              <a:buSzPts val="2400"/>
              <a:buFont typeface="Arial"/>
              <a:buNone/>
              <a:defRPr/>
            </a:lvl7pPr>
            <a:lvl8pPr lvl="7" algn="ctr">
              <a:lnSpc>
                <a:spcPct val="100000"/>
              </a:lnSpc>
              <a:spcBef>
                <a:spcPts val="480"/>
              </a:spcBef>
              <a:spcAft>
                <a:spcPts val="0"/>
              </a:spcAft>
              <a:buClr>
                <a:srgbClr val="0000FF"/>
              </a:buClr>
              <a:buSzPts val="2400"/>
              <a:buFont typeface="Arial"/>
              <a:buNone/>
              <a:defRPr/>
            </a:lvl8pPr>
            <a:lvl9pPr lvl="8" algn="ctr">
              <a:lnSpc>
                <a:spcPct val="100000"/>
              </a:lnSpc>
              <a:spcBef>
                <a:spcPts val="480"/>
              </a:spcBef>
              <a:spcAft>
                <a:spcPts val="0"/>
              </a:spcAft>
              <a:buClr>
                <a:srgbClr val="0000FF"/>
              </a:buClr>
              <a:buSzPts val="2400"/>
              <a:buFont typeface="Arial"/>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8" name="Google Shape;58;p15"/>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SzPts val="2400"/>
              <a:buChar char="•"/>
              <a:defRPr/>
            </a:lvl1pPr>
            <a:lvl2pPr marL="914400" lvl="1" indent="-381000" algn="l">
              <a:lnSpc>
                <a:spcPct val="100000"/>
              </a:lnSpc>
              <a:spcBef>
                <a:spcPts val="480"/>
              </a:spcBef>
              <a:spcAft>
                <a:spcPts val="0"/>
              </a:spcAft>
              <a:buSzPts val="2400"/>
              <a:buChar char="–"/>
              <a:defRPr/>
            </a:lvl2pPr>
            <a:lvl3pPr marL="1371600" lvl="2" indent="-381000" algn="l">
              <a:lnSpc>
                <a:spcPct val="100000"/>
              </a:lnSpc>
              <a:spcBef>
                <a:spcPts val="480"/>
              </a:spcBef>
              <a:spcAft>
                <a:spcPts val="0"/>
              </a:spcAft>
              <a:buSzPts val="2400"/>
              <a:buChar char="•"/>
              <a:defRPr/>
            </a:lvl3pPr>
            <a:lvl4pPr marL="1828800" lvl="3" indent="-381000" algn="l">
              <a:lnSpc>
                <a:spcPct val="100000"/>
              </a:lnSpc>
              <a:spcBef>
                <a:spcPts val="480"/>
              </a:spcBef>
              <a:spcAft>
                <a:spcPts val="0"/>
              </a:spcAft>
              <a:buSzPts val="2400"/>
              <a:buChar char="–"/>
              <a:defRPr/>
            </a:lvl4pPr>
            <a:lvl5pPr marL="2286000" lvl="4" indent="-381000" algn="l">
              <a:lnSpc>
                <a:spcPct val="100000"/>
              </a:lnSpc>
              <a:spcBef>
                <a:spcPts val="480"/>
              </a:spcBef>
              <a:spcAft>
                <a:spcPts val="0"/>
              </a:spcAft>
              <a:buSzPts val="2400"/>
              <a:buChar char="»"/>
              <a:defRPr/>
            </a:lvl5pPr>
            <a:lvl6pPr marL="2743200" lvl="5" indent="-381000" algn="l">
              <a:lnSpc>
                <a:spcPct val="100000"/>
              </a:lnSpc>
              <a:spcBef>
                <a:spcPts val="480"/>
              </a:spcBef>
              <a:spcAft>
                <a:spcPts val="0"/>
              </a:spcAft>
              <a:buSzPts val="2400"/>
              <a:buChar char="»"/>
              <a:defRPr/>
            </a:lvl6pPr>
            <a:lvl7pPr marL="3200400" lvl="6" indent="-381000" algn="l">
              <a:lnSpc>
                <a:spcPct val="100000"/>
              </a:lnSpc>
              <a:spcBef>
                <a:spcPts val="480"/>
              </a:spcBef>
              <a:spcAft>
                <a:spcPts val="0"/>
              </a:spcAft>
              <a:buSzPts val="2400"/>
              <a:buChar char="»"/>
              <a:defRPr/>
            </a:lvl7pPr>
            <a:lvl8pPr marL="3657600" lvl="7" indent="-381000" algn="l">
              <a:lnSpc>
                <a:spcPct val="100000"/>
              </a:lnSpc>
              <a:spcBef>
                <a:spcPts val="480"/>
              </a:spcBef>
              <a:spcAft>
                <a:spcPts val="0"/>
              </a:spcAft>
              <a:buSzPts val="2400"/>
              <a:buChar char="»"/>
              <a:defRPr/>
            </a:lvl8pPr>
            <a:lvl9pPr marL="4114800" lvl="8" indent="-381000" algn="l">
              <a:lnSpc>
                <a:spcPct val="100000"/>
              </a:lnSpc>
              <a:spcBef>
                <a:spcPts val="480"/>
              </a:spcBef>
              <a:spcAft>
                <a:spcPts val="0"/>
              </a:spcAft>
              <a:buSzPts val="24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and Table" type="tbl">
  <p:cSld name="TABLE">
    <p:spTree>
      <p:nvGrpSpPr>
        <p:cNvPr id="1" name="Shape 59"/>
        <p:cNvGrpSpPr/>
        <p:nvPr/>
      </p:nvGrpSpPr>
      <p:grpSpPr>
        <a:xfrm>
          <a:off x="0" y="0"/>
          <a:ext cx="0" cy="0"/>
          <a:chOff x="0" y="0"/>
          <a:chExt cx="0" cy="0"/>
        </a:xfrm>
      </p:grpSpPr>
      <p:sp>
        <p:nvSpPr>
          <p:cNvPr id="60" name="Google Shape;60;p16"/>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722313" y="3305175"/>
            <a:ext cx="7772400" cy="102155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17"/>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0000FF"/>
              </a:buClr>
              <a:buSzPts val="2000"/>
              <a:buFont typeface="Arial"/>
              <a:buNone/>
              <a:defRPr sz="2000"/>
            </a:lvl1pPr>
            <a:lvl2pPr marL="914400" lvl="1" indent="-228600" algn="l">
              <a:lnSpc>
                <a:spcPct val="100000"/>
              </a:lnSpc>
              <a:spcBef>
                <a:spcPts val="360"/>
              </a:spcBef>
              <a:spcAft>
                <a:spcPts val="0"/>
              </a:spcAft>
              <a:buClr>
                <a:srgbClr val="0000FF"/>
              </a:buClr>
              <a:buSzPts val="1800"/>
              <a:buFont typeface="Arial"/>
              <a:buNone/>
              <a:defRPr sz="1800"/>
            </a:lvl2pPr>
            <a:lvl3pPr marL="1371600" lvl="2" indent="-228600" algn="l">
              <a:lnSpc>
                <a:spcPct val="100000"/>
              </a:lnSpc>
              <a:spcBef>
                <a:spcPts val="320"/>
              </a:spcBef>
              <a:spcAft>
                <a:spcPts val="0"/>
              </a:spcAft>
              <a:buClr>
                <a:srgbClr val="0000FF"/>
              </a:buClr>
              <a:buSzPts val="1600"/>
              <a:buFont typeface="Arial"/>
              <a:buNone/>
              <a:defRPr sz="1600"/>
            </a:lvl3pPr>
            <a:lvl4pPr marL="1828800" lvl="3" indent="-228600" algn="l">
              <a:lnSpc>
                <a:spcPct val="100000"/>
              </a:lnSpc>
              <a:spcBef>
                <a:spcPts val="280"/>
              </a:spcBef>
              <a:spcAft>
                <a:spcPts val="0"/>
              </a:spcAft>
              <a:buClr>
                <a:srgbClr val="0000FF"/>
              </a:buClr>
              <a:buSzPts val="1400"/>
              <a:buFont typeface="Arial"/>
              <a:buNone/>
              <a:defRPr sz="1400"/>
            </a:lvl4pPr>
            <a:lvl5pPr marL="2286000" lvl="4" indent="-228600" algn="l">
              <a:lnSpc>
                <a:spcPct val="100000"/>
              </a:lnSpc>
              <a:spcBef>
                <a:spcPts val="280"/>
              </a:spcBef>
              <a:spcAft>
                <a:spcPts val="0"/>
              </a:spcAft>
              <a:buClr>
                <a:srgbClr val="0000FF"/>
              </a:buClr>
              <a:buSzPts val="1400"/>
              <a:buFont typeface="Arial"/>
              <a:buNone/>
              <a:defRPr sz="1400"/>
            </a:lvl5pPr>
            <a:lvl6pPr marL="2743200" lvl="5" indent="-228600" algn="l">
              <a:lnSpc>
                <a:spcPct val="100000"/>
              </a:lnSpc>
              <a:spcBef>
                <a:spcPts val="280"/>
              </a:spcBef>
              <a:spcAft>
                <a:spcPts val="0"/>
              </a:spcAft>
              <a:buClr>
                <a:srgbClr val="0000FF"/>
              </a:buClr>
              <a:buSzPts val="1400"/>
              <a:buFont typeface="Arial"/>
              <a:buNone/>
              <a:defRPr sz="1400"/>
            </a:lvl6pPr>
            <a:lvl7pPr marL="3200400" lvl="6" indent="-228600" algn="l">
              <a:lnSpc>
                <a:spcPct val="100000"/>
              </a:lnSpc>
              <a:spcBef>
                <a:spcPts val="280"/>
              </a:spcBef>
              <a:spcAft>
                <a:spcPts val="0"/>
              </a:spcAft>
              <a:buClr>
                <a:srgbClr val="0000FF"/>
              </a:buClr>
              <a:buSzPts val="1400"/>
              <a:buFont typeface="Arial"/>
              <a:buNone/>
              <a:defRPr sz="1400"/>
            </a:lvl7pPr>
            <a:lvl8pPr marL="3657600" lvl="7" indent="-228600" algn="l">
              <a:lnSpc>
                <a:spcPct val="100000"/>
              </a:lnSpc>
              <a:spcBef>
                <a:spcPts val="280"/>
              </a:spcBef>
              <a:spcAft>
                <a:spcPts val="0"/>
              </a:spcAft>
              <a:buClr>
                <a:srgbClr val="0000FF"/>
              </a:buClr>
              <a:buSzPts val="1400"/>
              <a:buFont typeface="Arial"/>
              <a:buNone/>
              <a:defRPr sz="1400"/>
            </a:lvl8pPr>
            <a:lvl9pPr marL="4114800" lvl="8" indent="-228600" algn="l">
              <a:lnSpc>
                <a:spcPct val="100000"/>
              </a:lnSpc>
              <a:spcBef>
                <a:spcPts val="280"/>
              </a:spcBef>
              <a:spcAft>
                <a:spcPts val="0"/>
              </a:spcAft>
              <a:buClr>
                <a:srgbClr val="0000FF"/>
              </a:buClr>
              <a:buSzPts val="1400"/>
              <a:buFont typeface="Arial"/>
              <a:buNone/>
              <a:defRPr sz="14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64"/>
        <p:cNvGrpSpPr/>
        <p:nvPr/>
      </p:nvGrpSpPr>
      <p:grpSpPr>
        <a:xfrm>
          <a:off x="0" y="0"/>
          <a:ext cx="0" cy="0"/>
          <a:chOff x="0" y="0"/>
          <a:chExt cx="0" cy="0"/>
        </a:xfrm>
      </p:grpSpPr>
      <p:sp>
        <p:nvSpPr>
          <p:cNvPr id="65" name="Google Shape;65;p18"/>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6" name="Google Shape;66;p18"/>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rgbClr val="0000FF"/>
              </a:buClr>
              <a:buSzPts val="2400"/>
              <a:buFont typeface="Arial"/>
              <a:buNone/>
              <a:defRPr sz="2400" b="1"/>
            </a:lvl1pPr>
            <a:lvl2pPr marL="914400" lvl="1" indent="-228600" algn="l">
              <a:lnSpc>
                <a:spcPct val="100000"/>
              </a:lnSpc>
              <a:spcBef>
                <a:spcPts val="400"/>
              </a:spcBef>
              <a:spcAft>
                <a:spcPts val="0"/>
              </a:spcAft>
              <a:buClr>
                <a:srgbClr val="0000FF"/>
              </a:buClr>
              <a:buSzPts val="2000"/>
              <a:buFont typeface="Arial"/>
              <a:buNone/>
              <a:defRPr sz="2000" b="1"/>
            </a:lvl2pPr>
            <a:lvl3pPr marL="1371600" lvl="2" indent="-228600" algn="l">
              <a:lnSpc>
                <a:spcPct val="100000"/>
              </a:lnSpc>
              <a:spcBef>
                <a:spcPts val="360"/>
              </a:spcBef>
              <a:spcAft>
                <a:spcPts val="0"/>
              </a:spcAft>
              <a:buClr>
                <a:srgbClr val="0000FF"/>
              </a:buClr>
              <a:buSzPts val="1800"/>
              <a:buFont typeface="Arial"/>
              <a:buNone/>
              <a:defRPr sz="1800" b="1"/>
            </a:lvl3pPr>
            <a:lvl4pPr marL="1828800" lvl="3" indent="-228600" algn="l">
              <a:lnSpc>
                <a:spcPct val="100000"/>
              </a:lnSpc>
              <a:spcBef>
                <a:spcPts val="320"/>
              </a:spcBef>
              <a:spcAft>
                <a:spcPts val="0"/>
              </a:spcAft>
              <a:buClr>
                <a:srgbClr val="0000FF"/>
              </a:buClr>
              <a:buSzPts val="1600"/>
              <a:buFont typeface="Arial"/>
              <a:buNone/>
              <a:defRPr sz="1600" b="1"/>
            </a:lvl4pPr>
            <a:lvl5pPr marL="2286000" lvl="4" indent="-228600" algn="l">
              <a:lnSpc>
                <a:spcPct val="100000"/>
              </a:lnSpc>
              <a:spcBef>
                <a:spcPts val="320"/>
              </a:spcBef>
              <a:spcAft>
                <a:spcPts val="0"/>
              </a:spcAft>
              <a:buClr>
                <a:srgbClr val="0000FF"/>
              </a:buClr>
              <a:buSzPts val="1600"/>
              <a:buFont typeface="Arial"/>
              <a:buNone/>
              <a:defRPr sz="1600" b="1"/>
            </a:lvl5pPr>
            <a:lvl6pPr marL="2743200" lvl="5" indent="-228600" algn="l">
              <a:lnSpc>
                <a:spcPct val="100000"/>
              </a:lnSpc>
              <a:spcBef>
                <a:spcPts val="320"/>
              </a:spcBef>
              <a:spcAft>
                <a:spcPts val="0"/>
              </a:spcAft>
              <a:buClr>
                <a:srgbClr val="0000FF"/>
              </a:buClr>
              <a:buSzPts val="1600"/>
              <a:buFont typeface="Arial"/>
              <a:buNone/>
              <a:defRPr sz="1600" b="1"/>
            </a:lvl6pPr>
            <a:lvl7pPr marL="3200400" lvl="6" indent="-228600" algn="l">
              <a:lnSpc>
                <a:spcPct val="100000"/>
              </a:lnSpc>
              <a:spcBef>
                <a:spcPts val="320"/>
              </a:spcBef>
              <a:spcAft>
                <a:spcPts val="0"/>
              </a:spcAft>
              <a:buClr>
                <a:srgbClr val="0000FF"/>
              </a:buClr>
              <a:buSzPts val="1600"/>
              <a:buFont typeface="Arial"/>
              <a:buNone/>
              <a:defRPr sz="1600" b="1"/>
            </a:lvl7pPr>
            <a:lvl8pPr marL="3657600" lvl="7" indent="-228600" algn="l">
              <a:lnSpc>
                <a:spcPct val="100000"/>
              </a:lnSpc>
              <a:spcBef>
                <a:spcPts val="320"/>
              </a:spcBef>
              <a:spcAft>
                <a:spcPts val="0"/>
              </a:spcAft>
              <a:buClr>
                <a:srgbClr val="0000FF"/>
              </a:buClr>
              <a:buSzPts val="1600"/>
              <a:buFont typeface="Arial"/>
              <a:buNone/>
              <a:defRPr sz="1600" b="1"/>
            </a:lvl8pPr>
            <a:lvl9pPr marL="4114800" lvl="8" indent="-228600" algn="l">
              <a:lnSpc>
                <a:spcPct val="100000"/>
              </a:lnSpc>
              <a:spcBef>
                <a:spcPts val="320"/>
              </a:spcBef>
              <a:spcAft>
                <a:spcPts val="0"/>
              </a:spcAft>
              <a:buClr>
                <a:srgbClr val="0000FF"/>
              </a:buClr>
              <a:buSzPts val="1600"/>
              <a:buFont typeface="Arial"/>
              <a:buNone/>
              <a:defRPr sz="1600" b="1"/>
            </a:lvl9pPr>
          </a:lstStyle>
          <a:p>
            <a:endParaRPr/>
          </a:p>
        </p:txBody>
      </p:sp>
      <p:sp>
        <p:nvSpPr>
          <p:cNvPr id="67" name="Google Shape;67;p18"/>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rgbClr val="0000FF"/>
              </a:buClr>
              <a:buSzPts val="2400"/>
              <a:buFont typeface="Arial"/>
              <a:buChar char="•"/>
              <a:defRPr sz="2400"/>
            </a:lvl1pPr>
            <a:lvl2pPr marL="914400" lvl="1" indent="-355600" algn="l">
              <a:lnSpc>
                <a:spcPct val="100000"/>
              </a:lnSpc>
              <a:spcBef>
                <a:spcPts val="400"/>
              </a:spcBef>
              <a:spcAft>
                <a:spcPts val="0"/>
              </a:spcAft>
              <a:buClr>
                <a:srgbClr val="0000FF"/>
              </a:buClr>
              <a:buSzPts val="2000"/>
              <a:buFont typeface="Arial"/>
              <a:buChar char="–"/>
              <a:defRPr sz="2000"/>
            </a:lvl2pPr>
            <a:lvl3pPr marL="1371600" lvl="2" indent="-342900" algn="l">
              <a:lnSpc>
                <a:spcPct val="100000"/>
              </a:lnSpc>
              <a:spcBef>
                <a:spcPts val="360"/>
              </a:spcBef>
              <a:spcAft>
                <a:spcPts val="0"/>
              </a:spcAft>
              <a:buClr>
                <a:srgbClr val="0000FF"/>
              </a:buClr>
              <a:buSzPts val="1800"/>
              <a:buFont typeface="Arial"/>
              <a:buChar char="•"/>
              <a:defRPr sz="1800"/>
            </a:lvl3pPr>
            <a:lvl4pPr marL="1828800" lvl="3" indent="-330200" algn="l">
              <a:lnSpc>
                <a:spcPct val="100000"/>
              </a:lnSpc>
              <a:spcBef>
                <a:spcPts val="320"/>
              </a:spcBef>
              <a:spcAft>
                <a:spcPts val="0"/>
              </a:spcAft>
              <a:buClr>
                <a:srgbClr val="0000FF"/>
              </a:buClr>
              <a:buSzPts val="1600"/>
              <a:buFont typeface="Arial"/>
              <a:buChar char="–"/>
              <a:defRPr sz="1600"/>
            </a:lvl4pPr>
            <a:lvl5pPr marL="2286000" lvl="4" indent="-330200" algn="l">
              <a:lnSpc>
                <a:spcPct val="100000"/>
              </a:lnSpc>
              <a:spcBef>
                <a:spcPts val="320"/>
              </a:spcBef>
              <a:spcAft>
                <a:spcPts val="0"/>
              </a:spcAft>
              <a:buClr>
                <a:srgbClr val="0000FF"/>
              </a:buClr>
              <a:buSzPts val="1600"/>
              <a:buFont typeface="Arial"/>
              <a:buChar char="»"/>
              <a:defRPr sz="1600"/>
            </a:lvl5pPr>
            <a:lvl6pPr marL="2743200" lvl="5" indent="-330200" algn="l">
              <a:lnSpc>
                <a:spcPct val="100000"/>
              </a:lnSpc>
              <a:spcBef>
                <a:spcPts val="320"/>
              </a:spcBef>
              <a:spcAft>
                <a:spcPts val="0"/>
              </a:spcAft>
              <a:buClr>
                <a:srgbClr val="0000FF"/>
              </a:buClr>
              <a:buSzPts val="1600"/>
              <a:buFont typeface="Arial"/>
              <a:buChar char="»"/>
              <a:defRPr sz="1600"/>
            </a:lvl6pPr>
            <a:lvl7pPr marL="3200400" lvl="6" indent="-330200" algn="l">
              <a:lnSpc>
                <a:spcPct val="100000"/>
              </a:lnSpc>
              <a:spcBef>
                <a:spcPts val="320"/>
              </a:spcBef>
              <a:spcAft>
                <a:spcPts val="0"/>
              </a:spcAft>
              <a:buClr>
                <a:srgbClr val="0000FF"/>
              </a:buClr>
              <a:buSzPts val="1600"/>
              <a:buFont typeface="Arial"/>
              <a:buChar char="»"/>
              <a:defRPr sz="1600"/>
            </a:lvl7pPr>
            <a:lvl8pPr marL="3657600" lvl="7" indent="-330200" algn="l">
              <a:lnSpc>
                <a:spcPct val="100000"/>
              </a:lnSpc>
              <a:spcBef>
                <a:spcPts val="320"/>
              </a:spcBef>
              <a:spcAft>
                <a:spcPts val="0"/>
              </a:spcAft>
              <a:buClr>
                <a:srgbClr val="0000FF"/>
              </a:buClr>
              <a:buSzPts val="1600"/>
              <a:buFont typeface="Arial"/>
              <a:buChar char="»"/>
              <a:defRPr sz="1600"/>
            </a:lvl8pPr>
            <a:lvl9pPr marL="4114800" lvl="8" indent="-330200" algn="l">
              <a:lnSpc>
                <a:spcPct val="100000"/>
              </a:lnSpc>
              <a:spcBef>
                <a:spcPts val="320"/>
              </a:spcBef>
              <a:spcAft>
                <a:spcPts val="0"/>
              </a:spcAft>
              <a:buClr>
                <a:srgbClr val="0000FF"/>
              </a:buClr>
              <a:buSzPts val="1600"/>
              <a:buFont typeface="Arial"/>
              <a:buChar char="»"/>
              <a:defRPr sz="1600"/>
            </a:lvl9pPr>
          </a:lstStyle>
          <a:p>
            <a:endParaRPr/>
          </a:p>
        </p:txBody>
      </p:sp>
      <p:sp>
        <p:nvSpPr>
          <p:cNvPr id="68" name="Google Shape;68;p18"/>
          <p:cNvSpPr txBox="1">
            <a:spLocks noGrp="1"/>
          </p:cNvSpPr>
          <p:nvPr>
            <p:ph type="body" idx="3"/>
          </p:nvPr>
        </p:nvSpPr>
        <p:spPr>
          <a:xfrm>
            <a:off x="4645025" y="1151335"/>
            <a:ext cx="4041775"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rgbClr val="0000FF"/>
              </a:buClr>
              <a:buSzPts val="2400"/>
              <a:buFont typeface="Arial"/>
              <a:buNone/>
              <a:defRPr sz="2400" b="1"/>
            </a:lvl1pPr>
            <a:lvl2pPr marL="914400" lvl="1" indent="-228600" algn="l">
              <a:lnSpc>
                <a:spcPct val="100000"/>
              </a:lnSpc>
              <a:spcBef>
                <a:spcPts val="400"/>
              </a:spcBef>
              <a:spcAft>
                <a:spcPts val="0"/>
              </a:spcAft>
              <a:buClr>
                <a:srgbClr val="0000FF"/>
              </a:buClr>
              <a:buSzPts val="2000"/>
              <a:buFont typeface="Arial"/>
              <a:buNone/>
              <a:defRPr sz="2000" b="1"/>
            </a:lvl2pPr>
            <a:lvl3pPr marL="1371600" lvl="2" indent="-228600" algn="l">
              <a:lnSpc>
                <a:spcPct val="100000"/>
              </a:lnSpc>
              <a:spcBef>
                <a:spcPts val="360"/>
              </a:spcBef>
              <a:spcAft>
                <a:spcPts val="0"/>
              </a:spcAft>
              <a:buClr>
                <a:srgbClr val="0000FF"/>
              </a:buClr>
              <a:buSzPts val="1800"/>
              <a:buFont typeface="Arial"/>
              <a:buNone/>
              <a:defRPr sz="1800" b="1"/>
            </a:lvl3pPr>
            <a:lvl4pPr marL="1828800" lvl="3" indent="-228600" algn="l">
              <a:lnSpc>
                <a:spcPct val="100000"/>
              </a:lnSpc>
              <a:spcBef>
                <a:spcPts val="320"/>
              </a:spcBef>
              <a:spcAft>
                <a:spcPts val="0"/>
              </a:spcAft>
              <a:buClr>
                <a:srgbClr val="0000FF"/>
              </a:buClr>
              <a:buSzPts val="1600"/>
              <a:buFont typeface="Arial"/>
              <a:buNone/>
              <a:defRPr sz="1600" b="1"/>
            </a:lvl4pPr>
            <a:lvl5pPr marL="2286000" lvl="4" indent="-228600" algn="l">
              <a:lnSpc>
                <a:spcPct val="100000"/>
              </a:lnSpc>
              <a:spcBef>
                <a:spcPts val="320"/>
              </a:spcBef>
              <a:spcAft>
                <a:spcPts val="0"/>
              </a:spcAft>
              <a:buClr>
                <a:srgbClr val="0000FF"/>
              </a:buClr>
              <a:buSzPts val="1600"/>
              <a:buFont typeface="Arial"/>
              <a:buNone/>
              <a:defRPr sz="1600" b="1"/>
            </a:lvl5pPr>
            <a:lvl6pPr marL="2743200" lvl="5" indent="-228600" algn="l">
              <a:lnSpc>
                <a:spcPct val="100000"/>
              </a:lnSpc>
              <a:spcBef>
                <a:spcPts val="320"/>
              </a:spcBef>
              <a:spcAft>
                <a:spcPts val="0"/>
              </a:spcAft>
              <a:buClr>
                <a:srgbClr val="0000FF"/>
              </a:buClr>
              <a:buSzPts val="1600"/>
              <a:buFont typeface="Arial"/>
              <a:buNone/>
              <a:defRPr sz="1600" b="1"/>
            </a:lvl6pPr>
            <a:lvl7pPr marL="3200400" lvl="6" indent="-228600" algn="l">
              <a:lnSpc>
                <a:spcPct val="100000"/>
              </a:lnSpc>
              <a:spcBef>
                <a:spcPts val="320"/>
              </a:spcBef>
              <a:spcAft>
                <a:spcPts val="0"/>
              </a:spcAft>
              <a:buClr>
                <a:srgbClr val="0000FF"/>
              </a:buClr>
              <a:buSzPts val="1600"/>
              <a:buFont typeface="Arial"/>
              <a:buNone/>
              <a:defRPr sz="1600" b="1"/>
            </a:lvl7pPr>
            <a:lvl8pPr marL="3657600" lvl="7" indent="-228600" algn="l">
              <a:lnSpc>
                <a:spcPct val="100000"/>
              </a:lnSpc>
              <a:spcBef>
                <a:spcPts val="320"/>
              </a:spcBef>
              <a:spcAft>
                <a:spcPts val="0"/>
              </a:spcAft>
              <a:buClr>
                <a:srgbClr val="0000FF"/>
              </a:buClr>
              <a:buSzPts val="1600"/>
              <a:buFont typeface="Arial"/>
              <a:buNone/>
              <a:defRPr sz="1600" b="1"/>
            </a:lvl8pPr>
            <a:lvl9pPr marL="4114800" lvl="8" indent="-228600" algn="l">
              <a:lnSpc>
                <a:spcPct val="100000"/>
              </a:lnSpc>
              <a:spcBef>
                <a:spcPts val="320"/>
              </a:spcBef>
              <a:spcAft>
                <a:spcPts val="0"/>
              </a:spcAft>
              <a:buClr>
                <a:srgbClr val="0000FF"/>
              </a:buClr>
              <a:buSzPts val="1600"/>
              <a:buFont typeface="Arial"/>
              <a:buNone/>
              <a:defRPr sz="1600" b="1"/>
            </a:lvl9pPr>
          </a:lstStyle>
          <a:p>
            <a:endParaRPr/>
          </a:p>
        </p:txBody>
      </p:sp>
      <p:sp>
        <p:nvSpPr>
          <p:cNvPr id="69" name="Google Shape;69;p18"/>
          <p:cNvSpPr txBox="1">
            <a:spLocks noGrp="1"/>
          </p:cNvSpPr>
          <p:nvPr>
            <p:ph type="body" idx="4"/>
          </p:nvPr>
        </p:nvSpPr>
        <p:spPr>
          <a:xfrm>
            <a:off x="4645025" y="1631156"/>
            <a:ext cx="4041775"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rgbClr val="0000FF"/>
              </a:buClr>
              <a:buSzPts val="2400"/>
              <a:buFont typeface="Arial"/>
              <a:buChar char="•"/>
              <a:defRPr sz="2400"/>
            </a:lvl1pPr>
            <a:lvl2pPr marL="914400" lvl="1" indent="-355600" algn="l">
              <a:lnSpc>
                <a:spcPct val="100000"/>
              </a:lnSpc>
              <a:spcBef>
                <a:spcPts val="400"/>
              </a:spcBef>
              <a:spcAft>
                <a:spcPts val="0"/>
              </a:spcAft>
              <a:buClr>
                <a:srgbClr val="0000FF"/>
              </a:buClr>
              <a:buSzPts val="2000"/>
              <a:buFont typeface="Arial"/>
              <a:buChar char="–"/>
              <a:defRPr sz="2000"/>
            </a:lvl2pPr>
            <a:lvl3pPr marL="1371600" lvl="2" indent="-342900" algn="l">
              <a:lnSpc>
                <a:spcPct val="100000"/>
              </a:lnSpc>
              <a:spcBef>
                <a:spcPts val="360"/>
              </a:spcBef>
              <a:spcAft>
                <a:spcPts val="0"/>
              </a:spcAft>
              <a:buClr>
                <a:srgbClr val="0000FF"/>
              </a:buClr>
              <a:buSzPts val="1800"/>
              <a:buFont typeface="Arial"/>
              <a:buChar char="•"/>
              <a:defRPr sz="1800"/>
            </a:lvl3pPr>
            <a:lvl4pPr marL="1828800" lvl="3" indent="-330200" algn="l">
              <a:lnSpc>
                <a:spcPct val="100000"/>
              </a:lnSpc>
              <a:spcBef>
                <a:spcPts val="320"/>
              </a:spcBef>
              <a:spcAft>
                <a:spcPts val="0"/>
              </a:spcAft>
              <a:buClr>
                <a:srgbClr val="0000FF"/>
              </a:buClr>
              <a:buSzPts val="1600"/>
              <a:buFont typeface="Arial"/>
              <a:buChar char="–"/>
              <a:defRPr sz="1600"/>
            </a:lvl4pPr>
            <a:lvl5pPr marL="2286000" lvl="4" indent="-330200" algn="l">
              <a:lnSpc>
                <a:spcPct val="100000"/>
              </a:lnSpc>
              <a:spcBef>
                <a:spcPts val="320"/>
              </a:spcBef>
              <a:spcAft>
                <a:spcPts val="0"/>
              </a:spcAft>
              <a:buClr>
                <a:srgbClr val="0000FF"/>
              </a:buClr>
              <a:buSzPts val="1600"/>
              <a:buFont typeface="Arial"/>
              <a:buChar char="»"/>
              <a:defRPr sz="1600"/>
            </a:lvl5pPr>
            <a:lvl6pPr marL="2743200" lvl="5" indent="-330200" algn="l">
              <a:lnSpc>
                <a:spcPct val="100000"/>
              </a:lnSpc>
              <a:spcBef>
                <a:spcPts val="320"/>
              </a:spcBef>
              <a:spcAft>
                <a:spcPts val="0"/>
              </a:spcAft>
              <a:buClr>
                <a:srgbClr val="0000FF"/>
              </a:buClr>
              <a:buSzPts val="1600"/>
              <a:buFont typeface="Arial"/>
              <a:buChar char="»"/>
              <a:defRPr sz="1600"/>
            </a:lvl6pPr>
            <a:lvl7pPr marL="3200400" lvl="6" indent="-330200" algn="l">
              <a:lnSpc>
                <a:spcPct val="100000"/>
              </a:lnSpc>
              <a:spcBef>
                <a:spcPts val="320"/>
              </a:spcBef>
              <a:spcAft>
                <a:spcPts val="0"/>
              </a:spcAft>
              <a:buClr>
                <a:srgbClr val="0000FF"/>
              </a:buClr>
              <a:buSzPts val="1600"/>
              <a:buFont typeface="Arial"/>
              <a:buChar char="»"/>
              <a:defRPr sz="1600"/>
            </a:lvl7pPr>
            <a:lvl8pPr marL="3657600" lvl="7" indent="-330200" algn="l">
              <a:lnSpc>
                <a:spcPct val="100000"/>
              </a:lnSpc>
              <a:spcBef>
                <a:spcPts val="320"/>
              </a:spcBef>
              <a:spcAft>
                <a:spcPts val="0"/>
              </a:spcAft>
              <a:buClr>
                <a:srgbClr val="0000FF"/>
              </a:buClr>
              <a:buSzPts val="1600"/>
              <a:buFont typeface="Arial"/>
              <a:buChar char="»"/>
              <a:defRPr sz="1600"/>
            </a:lvl8pPr>
            <a:lvl9pPr marL="4114800" lvl="8" indent="-330200" algn="l">
              <a:lnSpc>
                <a:spcPct val="100000"/>
              </a:lnSpc>
              <a:spcBef>
                <a:spcPts val="320"/>
              </a:spcBef>
              <a:spcAft>
                <a:spcPts val="0"/>
              </a:spcAft>
              <a:buClr>
                <a:srgbClr val="0000FF"/>
              </a:buClr>
              <a:buSzPts val="1600"/>
              <a:buFont typeface="Arial"/>
              <a:buChar char="»"/>
              <a:defRPr sz="16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a:off x="457200" y="204788"/>
            <a:ext cx="3008313" cy="8715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2" name="Google Shape;72;p19"/>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rgbClr val="0000FF"/>
              </a:buClr>
              <a:buSzPts val="3200"/>
              <a:buFont typeface="Arial"/>
              <a:buChar char="•"/>
              <a:defRPr sz="3200"/>
            </a:lvl1pPr>
            <a:lvl2pPr marL="914400" lvl="1" indent="-406400" algn="l">
              <a:lnSpc>
                <a:spcPct val="100000"/>
              </a:lnSpc>
              <a:spcBef>
                <a:spcPts val="560"/>
              </a:spcBef>
              <a:spcAft>
                <a:spcPts val="0"/>
              </a:spcAft>
              <a:buClr>
                <a:srgbClr val="0000FF"/>
              </a:buClr>
              <a:buSzPts val="2800"/>
              <a:buFont typeface="Arial"/>
              <a:buChar char="–"/>
              <a:defRPr sz="2800"/>
            </a:lvl2pPr>
            <a:lvl3pPr marL="1371600" lvl="2" indent="-381000" algn="l">
              <a:lnSpc>
                <a:spcPct val="100000"/>
              </a:lnSpc>
              <a:spcBef>
                <a:spcPts val="480"/>
              </a:spcBef>
              <a:spcAft>
                <a:spcPts val="0"/>
              </a:spcAft>
              <a:buClr>
                <a:srgbClr val="0000FF"/>
              </a:buClr>
              <a:buSzPts val="2400"/>
              <a:buFont typeface="Arial"/>
              <a:buChar char="•"/>
              <a:defRPr sz="2400"/>
            </a:lvl3pPr>
            <a:lvl4pPr marL="1828800" lvl="3" indent="-355600" algn="l">
              <a:lnSpc>
                <a:spcPct val="100000"/>
              </a:lnSpc>
              <a:spcBef>
                <a:spcPts val="400"/>
              </a:spcBef>
              <a:spcAft>
                <a:spcPts val="0"/>
              </a:spcAft>
              <a:buClr>
                <a:srgbClr val="0000FF"/>
              </a:buClr>
              <a:buSzPts val="2000"/>
              <a:buFont typeface="Arial"/>
              <a:buChar char="–"/>
              <a:defRPr sz="2000"/>
            </a:lvl4pPr>
            <a:lvl5pPr marL="2286000" lvl="4" indent="-355600" algn="l">
              <a:lnSpc>
                <a:spcPct val="100000"/>
              </a:lnSpc>
              <a:spcBef>
                <a:spcPts val="400"/>
              </a:spcBef>
              <a:spcAft>
                <a:spcPts val="0"/>
              </a:spcAft>
              <a:buClr>
                <a:srgbClr val="0000FF"/>
              </a:buClr>
              <a:buSzPts val="2000"/>
              <a:buFont typeface="Arial"/>
              <a:buChar char="»"/>
              <a:defRPr sz="2000"/>
            </a:lvl5pPr>
            <a:lvl6pPr marL="2743200" lvl="5" indent="-355600" algn="l">
              <a:lnSpc>
                <a:spcPct val="100000"/>
              </a:lnSpc>
              <a:spcBef>
                <a:spcPts val="400"/>
              </a:spcBef>
              <a:spcAft>
                <a:spcPts val="0"/>
              </a:spcAft>
              <a:buClr>
                <a:srgbClr val="0000FF"/>
              </a:buClr>
              <a:buSzPts val="2000"/>
              <a:buFont typeface="Arial"/>
              <a:buChar char="»"/>
              <a:defRPr sz="2000"/>
            </a:lvl6pPr>
            <a:lvl7pPr marL="3200400" lvl="6" indent="-355600" algn="l">
              <a:lnSpc>
                <a:spcPct val="100000"/>
              </a:lnSpc>
              <a:spcBef>
                <a:spcPts val="400"/>
              </a:spcBef>
              <a:spcAft>
                <a:spcPts val="0"/>
              </a:spcAft>
              <a:buClr>
                <a:srgbClr val="0000FF"/>
              </a:buClr>
              <a:buSzPts val="2000"/>
              <a:buFont typeface="Arial"/>
              <a:buChar char="»"/>
              <a:defRPr sz="2000"/>
            </a:lvl7pPr>
            <a:lvl8pPr marL="3657600" lvl="7" indent="-355600" algn="l">
              <a:lnSpc>
                <a:spcPct val="100000"/>
              </a:lnSpc>
              <a:spcBef>
                <a:spcPts val="400"/>
              </a:spcBef>
              <a:spcAft>
                <a:spcPts val="0"/>
              </a:spcAft>
              <a:buClr>
                <a:srgbClr val="0000FF"/>
              </a:buClr>
              <a:buSzPts val="2000"/>
              <a:buFont typeface="Arial"/>
              <a:buChar char="»"/>
              <a:defRPr sz="2000"/>
            </a:lvl8pPr>
            <a:lvl9pPr marL="4114800" lvl="8" indent="-355600" algn="l">
              <a:lnSpc>
                <a:spcPct val="100000"/>
              </a:lnSpc>
              <a:spcBef>
                <a:spcPts val="400"/>
              </a:spcBef>
              <a:spcAft>
                <a:spcPts val="0"/>
              </a:spcAft>
              <a:buClr>
                <a:srgbClr val="0000FF"/>
              </a:buClr>
              <a:buSzPts val="2000"/>
              <a:buFont typeface="Arial"/>
              <a:buChar char="»"/>
              <a:defRPr sz="2000"/>
            </a:lvl9pPr>
          </a:lstStyle>
          <a:p>
            <a:endParaRPr/>
          </a:p>
        </p:txBody>
      </p:sp>
      <p:sp>
        <p:nvSpPr>
          <p:cNvPr id="73" name="Google Shape;73;p19"/>
          <p:cNvSpPr txBox="1">
            <a:spLocks noGrp="1"/>
          </p:cNvSpPr>
          <p:nvPr>
            <p:ph type="body" idx="2"/>
          </p:nvPr>
        </p:nvSpPr>
        <p:spPr>
          <a:xfrm>
            <a:off x="457200" y="1076325"/>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rgbClr val="0000FF"/>
              </a:buClr>
              <a:buSzPts val="1400"/>
              <a:buFont typeface="Arial"/>
              <a:buNone/>
              <a:defRPr sz="1400"/>
            </a:lvl1pPr>
            <a:lvl2pPr marL="914400" lvl="1" indent="-228600" algn="l">
              <a:lnSpc>
                <a:spcPct val="100000"/>
              </a:lnSpc>
              <a:spcBef>
                <a:spcPts val="240"/>
              </a:spcBef>
              <a:spcAft>
                <a:spcPts val="0"/>
              </a:spcAft>
              <a:buClr>
                <a:srgbClr val="0000FF"/>
              </a:buClr>
              <a:buSzPts val="1200"/>
              <a:buFont typeface="Arial"/>
              <a:buNone/>
              <a:defRPr sz="1200"/>
            </a:lvl2pPr>
            <a:lvl3pPr marL="1371600" lvl="2" indent="-228600" algn="l">
              <a:lnSpc>
                <a:spcPct val="100000"/>
              </a:lnSpc>
              <a:spcBef>
                <a:spcPts val="200"/>
              </a:spcBef>
              <a:spcAft>
                <a:spcPts val="0"/>
              </a:spcAft>
              <a:buClr>
                <a:srgbClr val="0000FF"/>
              </a:buClr>
              <a:buSzPts val="1000"/>
              <a:buFont typeface="Arial"/>
              <a:buNone/>
              <a:defRPr sz="1000"/>
            </a:lvl3pPr>
            <a:lvl4pPr marL="1828800" lvl="3" indent="-228600" algn="l">
              <a:lnSpc>
                <a:spcPct val="100000"/>
              </a:lnSpc>
              <a:spcBef>
                <a:spcPts val="180"/>
              </a:spcBef>
              <a:spcAft>
                <a:spcPts val="0"/>
              </a:spcAft>
              <a:buClr>
                <a:srgbClr val="0000FF"/>
              </a:buClr>
              <a:buSzPts val="900"/>
              <a:buFont typeface="Arial"/>
              <a:buNone/>
              <a:defRPr sz="900"/>
            </a:lvl4pPr>
            <a:lvl5pPr marL="2286000" lvl="4" indent="-228600" algn="l">
              <a:lnSpc>
                <a:spcPct val="100000"/>
              </a:lnSpc>
              <a:spcBef>
                <a:spcPts val="180"/>
              </a:spcBef>
              <a:spcAft>
                <a:spcPts val="0"/>
              </a:spcAft>
              <a:buClr>
                <a:srgbClr val="0000FF"/>
              </a:buClr>
              <a:buSzPts val="900"/>
              <a:buFont typeface="Arial"/>
              <a:buNone/>
              <a:defRPr sz="900"/>
            </a:lvl5pPr>
            <a:lvl6pPr marL="2743200" lvl="5" indent="-228600" algn="l">
              <a:lnSpc>
                <a:spcPct val="100000"/>
              </a:lnSpc>
              <a:spcBef>
                <a:spcPts val="180"/>
              </a:spcBef>
              <a:spcAft>
                <a:spcPts val="0"/>
              </a:spcAft>
              <a:buClr>
                <a:srgbClr val="0000FF"/>
              </a:buClr>
              <a:buSzPts val="900"/>
              <a:buFont typeface="Arial"/>
              <a:buNone/>
              <a:defRPr sz="900"/>
            </a:lvl6pPr>
            <a:lvl7pPr marL="3200400" lvl="6" indent="-228600" algn="l">
              <a:lnSpc>
                <a:spcPct val="100000"/>
              </a:lnSpc>
              <a:spcBef>
                <a:spcPts val="180"/>
              </a:spcBef>
              <a:spcAft>
                <a:spcPts val="0"/>
              </a:spcAft>
              <a:buClr>
                <a:srgbClr val="0000FF"/>
              </a:buClr>
              <a:buSzPts val="900"/>
              <a:buFont typeface="Arial"/>
              <a:buNone/>
              <a:defRPr sz="900"/>
            </a:lvl7pPr>
            <a:lvl8pPr marL="3657600" lvl="7" indent="-228600" algn="l">
              <a:lnSpc>
                <a:spcPct val="100000"/>
              </a:lnSpc>
              <a:spcBef>
                <a:spcPts val="180"/>
              </a:spcBef>
              <a:spcAft>
                <a:spcPts val="0"/>
              </a:spcAft>
              <a:buClr>
                <a:srgbClr val="0000FF"/>
              </a:buClr>
              <a:buSzPts val="900"/>
              <a:buFont typeface="Arial"/>
              <a:buNone/>
              <a:defRPr sz="900"/>
            </a:lvl8pPr>
            <a:lvl9pPr marL="4114800" lvl="8" indent="-228600" algn="l">
              <a:lnSpc>
                <a:spcPct val="100000"/>
              </a:lnSpc>
              <a:spcBef>
                <a:spcPts val="180"/>
              </a:spcBef>
              <a:spcAft>
                <a:spcPts val="0"/>
              </a:spcAft>
              <a:buClr>
                <a:srgbClr val="0000FF"/>
              </a:buClr>
              <a:buSzPts val="900"/>
              <a:buFont typeface="Arial"/>
              <a:buNone/>
              <a:defRPr sz="9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20"/>
          <p:cNvSpPr>
            <a:spLocks noGrp="1"/>
          </p:cNvSpPr>
          <p:nvPr>
            <p:ph type="pic" idx="2"/>
          </p:nvPr>
        </p:nvSpPr>
        <p:spPr>
          <a:xfrm>
            <a:off x="1792288" y="459581"/>
            <a:ext cx="5486400" cy="3086100"/>
          </a:xfrm>
          <a:prstGeom prst="rect">
            <a:avLst/>
          </a:prstGeom>
          <a:noFill/>
          <a:ln>
            <a:noFill/>
          </a:ln>
        </p:spPr>
      </p:sp>
      <p:sp>
        <p:nvSpPr>
          <p:cNvPr id="77" name="Google Shape;77;p20"/>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rgbClr val="0000FF"/>
              </a:buClr>
              <a:buSzPts val="1400"/>
              <a:buFont typeface="Arial"/>
              <a:buNone/>
              <a:defRPr sz="1400"/>
            </a:lvl1pPr>
            <a:lvl2pPr marL="914400" lvl="1" indent="-228600" algn="l">
              <a:lnSpc>
                <a:spcPct val="100000"/>
              </a:lnSpc>
              <a:spcBef>
                <a:spcPts val="240"/>
              </a:spcBef>
              <a:spcAft>
                <a:spcPts val="0"/>
              </a:spcAft>
              <a:buClr>
                <a:srgbClr val="0000FF"/>
              </a:buClr>
              <a:buSzPts val="1200"/>
              <a:buFont typeface="Arial"/>
              <a:buNone/>
              <a:defRPr sz="1200"/>
            </a:lvl2pPr>
            <a:lvl3pPr marL="1371600" lvl="2" indent="-228600" algn="l">
              <a:lnSpc>
                <a:spcPct val="100000"/>
              </a:lnSpc>
              <a:spcBef>
                <a:spcPts val="200"/>
              </a:spcBef>
              <a:spcAft>
                <a:spcPts val="0"/>
              </a:spcAft>
              <a:buClr>
                <a:srgbClr val="0000FF"/>
              </a:buClr>
              <a:buSzPts val="1000"/>
              <a:buFont typeface="Arial"/>
              <a:buNone/>
              <a:defRPr sz="1000"/>
            </a:lvl3pPr>
            <a:lvl4pPr marL="1828800" lvl="3" indent="-228600" algn="l">
              <a:lnSpc>
                <a:spcPct val="100000"/>
              </a:lnSpc>
              <a:spcBef>
                <a:spcPts val="180"/>
              </a:spcBef>
              <a:spcAft>
                <a:spcPts val="0"/>
              </a:spcAft>
              <a:buClr>
                <a:srgbClr val="0000FF"/>
              </a:buClr>
              <a:buSzPts val="900"/>
              <a:buFont typeface="Arial"/>
              <a:buNone/>
              <a:defRPr sz="900"/>
            </a:lvl4pPr>
            <a:lvl5pPr marL="2286000" lvl="4" indent="-228600" algn="l">
              <a:lnSpc>
                <a:spcPct val="100000"/>
              </a:lnSpc>
              <a:spcBef>
                <a:spcPts val="180"/>
              </a:spcBef>
              <a:spcAft>
                <a:spcPts val="0"/>
              </a:spcAft>
              <a:buClr>
                <a:srgbClr val="0000FF"/>
              </a:buClr>
              <a:buSzPts val="900"/>
              <a:buFont typeface="Arial"/>
              <a:buNone/>
              <a:defRPr sz="900"/>
            </a:lvl5pPr>
            <a:lvl6pPr marL="2743200" lvl="5" indent="-228600" algn="l">
              <a:lnSpc>
                <a:spcPct val="100000"/>
              </a:lnSpc>
              <a:spcBef>
                <a:spcPts val="180"/>
              </a:spcBef>
              <a:spcAft>
                <a:spcPts val="0"/>
              </a:spcAft>
              <a:buClr>
                <a:srgbClr val="0000FF"/>
              </a:buClr>
              <a:buSzPts val="900"/>
              <a:buFont typeface="Arial"/>
              <a:buNone/>
              <a:defRPr sz="900"/>
            </a:lvl6pPr>
            <a:lvl7pPr marL="3200400" lvl="6" indent="-228600" algn="l">
              <a:lnSpc>
                <a:spcPct val="100000"/>
              </a:lnSpc>
              <a:spcBef>
                <a:spcPts val="180"/>
              </a:spcBef>
              <a:spcAft>
                <a:spcPts val="0"/>
              </a:spcAft>
              <a:buClr>
                <a:srgbClr val="0000FF"/>
              </a:buClr>
              <a:buSzPts val="900"/>
              <a:buFont typeface="Arial"/>
              <a:buNone/>
              <a:defRPr sz="900"/>
            </a:lvl7pPr>
            <a:lvl8pPr marL="3657600" lvl="7" indent="-228600" algn="l">
              <a:lnSpc>
                <a:spcPct val="100000"/>
              </a:lnSpc>
              <a:spcBef>
                <a:spcPts val="180"/>
              </a:spcBef>
              <a:spcAft>
                <a:spcPts val="0"/>
              </a:spcAft>
              <a:buClr>
                <a:srgbClr val="0000FF"/>
              </a:buClr>
              <a:buSzPts val="900"/>
              <a:buFont typeface="Arial"/>
              <a:buNone/>
              <a:defRPr sz="900"/>
            </a:lvl8pPr>
            <a:lvl9pPr marL="4114800" lvl="8" indent="-228600" algn="l">
              <a:lnSpc>
                <a:spcPct val="100000"/>
              </a:lnSpc>
              <a:spcBef>
                <a:spcPts val="180"/>
              </a:spcBef>
              <a:spcAft>
                <a:spcPts val="0"/>
              </a:spcAft>
              <a:buClr>
                <a:srgbClr val="0000FF"/>
              </a:buClr>
              <a:buSzPts val="900"/>
              <a:buFont typeface="Arial"/>
              <a:buNone/>
              <a:defRPr sz="9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21"/>
          <p:cNvSpPr txBox="1">
            <a:spLocks noGrp="1"/>
          </p:cNvSpPr>
          <p:nvPr>
            <p:ph type="body" idx="1"/>
          </p:nvPr>
        </p:nvSpPr>
        <p:spPr>
          <a:xfrm rot="5400000">
            <a:off x="2874763" y="-1217414"/>
            <a:ext cx="339447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0000FF"/>
              </a:buClr>
              <a:buSzPts val="1800"/>
              <a:buChar char="•"/>
              <a:defRPr/>
            </a:lvl1pPr>
            <a:lvl2pPr marL="914400" lvl="1" indent="-342900" algn="l">
              <a:lnSpc>
                <a:spcPct val="100000"/>
              </a:lnSpc>
              <a:spcBef>
                <a:spcPts val="360"/>
              </a:spcBef>
              <a:spcAft>
                <a:spcPts val="0"/>
              </a:spcAft>
              <a:buClr>
                <a:srgbClr val="0000FF"/>
              </a:buClr>
              <a:buSzPts val="1800"/>
              <a:buChar char="–"/>
              <a:defRPr/>
            </a:lvl2pPr>
            <a:lvl3pPr marL="1371600" lvl="2" indent="-342900" algn="l">
              <a:lnSpc>
                <a:spcPct val="100000"/>
              </a:lnSpc>
              <a:spcBef>
                <a:spcPts val="360"/>
              </a:spcBef>
              <a:spcAft>
                <a:spcPts val="0"/>
              </a:spcAft>
              <a:buClr>
                <a:srgbClr val="0000FF"/>
              </a:buClr>
              <a:buSzPts val="1800"/>
              <a:buChar char="•"/>
              <a:defRPr/>
            </a:lvl3pPr>
            <a:lvl4pPr marL="1828800" lvl="3" indent="-342900" algn="l">
              <a:lnSpc>
                <a:spcPct val="100000"/>
              </a:lnSpc>
              <a:spcBef>
                <a:spcPts val="360"/>
              </a:spcBef>
              <a:spcAft>
                <a:spcPts val="0"/>
              </a:spcAft>
              <a:buClr>
                <a:srgbClr val="0000FF"/>
              </a:buClr>
              <a:buSzPts val="1800"/>
              <a:buChar char="–"/>
              <a:defRPr/>
            </a:lvl4pPr>
            <a:lvl5pPr marL="2286000" lvl="4" indent="-342900" algn="l">
              <a:lnSpc>
                <a:spcPct val="100000"/>
              </a:lnSpc>
              <a:spcBef>
                <a:spcPts val="360"/>
              </a:spcBef>
              <a:spcAft>
                <a:spcPts val="0"/>
              </a:spcAft>
              <a:buClr>
                <a:srgbClr val="0000FF"/>
              </a:buClr>
              <a:buSzPts val="1800"/>
              <a:buChar char="»"/>
              <a:defRPr/>
            </a:lvl5pPr>
            <a:lvl6pPr marL="2743200" lvl="5" indent="-342900" algn="l">
              <a:lnSpc>
                <a:spcPct val="100000"/>
              </a:lnSpc>
              <a:spcBef>
                <a:spcPts val="360"/>
              </a:spcBef>
              <a:spcAft>
                <a:spcPts val="0"/>
              </a:spcAft>
              <a:buClr>
                <a:srgbClr val="0000FF"/>
              </a:buClr>
              <a:buSzPts val="1800"/>
              <a:buChar char="»"/>
              <a:defRPr/>
            </a:lvl6pPr>
            <a:lvl7pPr marL="3200400" lvl="6" indent="-342900" algn="l">
              <a:lnSpc>
                <a:spcPct val="100000"/>
              </a:lnSpc>
              <a:spcBef>
                <a:spcPts val="360"/>
              </a:spcBef>
              <a:spcAft>
                <a:spcPts val="0"/>
              </a:spcAft>
              <a:buClr>
                <a:srgbClr val="0000FF"/>
              </a:buClr>
              <a:buSzPts val="1800"/>
              <a:buChar char="»"/>
              <a:defRPr/>
            </a:lvl7pPr>
            <a:lvl8pPr marL="3657600" lvl="7" indent="-342900" algn="l">
              <a:lnSpc>
                <a:spcPct val="100000"/>
              </a:lnSpc>
              <a:spcBef>
                <a:spcPts val="360"/>
              </a:spcBef>
              <a:spcAft>
                <a:spcPts val="0"/>
              </a:spcAft>
              <a:buClr>
                <a:srgbClr val="0000FF"/>
              </a:buClr>
              <a:buSzPts val="1800"/>
              <a:buChar char="»"/>
              <a:defRPr/>
            </a:lvl8pPr>
            <a:lvl9pPr marL="4114800" lvl="8" indent="-342900" algn="l">
              <a:lnSpc>
                <a:spcPct val="100000"/>
              </a:lnSpc>
              <a:spcBef>
                <a:spcPts val="360"/>
              </a:spcBef>
              <a:spcAft>
                <a:spcPts val="0"/>
              </a:spcAft>
              <a:buClr>
                <a:srgbClr val="0000FF"/>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rot="5400000">
            <a:off x="5463778" y="1371600"/>
            <a:ext cx="4388644"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3" name="Google Shape;83;p22"/>
          <p:cNvSpPr txBox="1">
            <a:spLocks noGrp="1"/>
          </p:cNvSpPr>
          <p:nvPr>
            <p:ph type="body" idx="1"/>
          </p:nvPr>
        </p:nvSpPr>
        <p:spPr>
          <a:xfrm rot="5400000">
            <a:off x="1272779" y="-609599"/>
            <a:ext cx="4388644"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0000FF"/>
              </a:buClr>
              <a:buSzPts val="1800"/>
              <a:buChar char="•"/>
              <a:defRPr/>
            </a:lvl1pPr>
            <a:lvl2pPr marL="914400" lvl="1" indent="-342900" algn="l">
              <a:lnSpc>
                <a:spcPct val="100000"/>
              </a:lnSpc>
              <a:spcBef>
                <a:spcPts val="360"/>
              </a:spcBef>
              <a:spcAft>
                <a:spcPts val="0"/>
              </a:spcAft>
              <a:buClr>
                <a:srgbClr val="0000FF"/>
              </a:buClr>
              <a:buSzPts val="1800"/>
              <a:buChar char="–"/>
              <a:defRPr/>
            </a:lvl2pPr>
            <a:lvl3pPr marL="1371600" lvl="2" indent="-342900" algn="l">
              <a:lnSpc>
                <a:spcPct val="100000"/>
              </a:lnSpc>
              <a:spcBef>
                <a:spcPts val="360"/>
              </a:spcBef>
              <a:spcAft>
                <a:spcPts val="0"/>
              </a:spcAft>
              <a:buClr>
                <a:srgbClr val="0000FF"/>
              </a:buClr>
              <a:buSzPts val="1800"/>
              <a:buChar char="•"/>
              <a:defRPr/>
            </a:lvl3pPr>
            <a:lvl4pPr marL="1828800" lvl="3" indent="-342900" algn="l">
              <a:lnSpc>
                <a:spcPct val="100000"/>
              </a:lnSpc>
              <a:spcBef>
                <a:spcPts val="360"/>
              </a:spcBef>
              <a:spcAft>
                <a:spcPts val="0"/>
              </a:spcAft>
              <a:buClr>
                <a:srgbClr val="0000FF"/>
              </a:buClr>
              <a:buSzPts val="1800"/>
              <a:buChar char="–"/>
              <a:defRPr/>
            </a:lvl4pPr>
            <a:lvl5pPr marL="2286000" lvl="4" indent="-342900" algn="l">
              <a:lnSpc>
                <a:spcPct val="100000"/>
              </a:lnSpc>
              <a:spcBef>
                <a:spcPts val="360"/>
              </a:spcBef>
              <a:spcAft>
                <a:spcPts val="0"/>
              </a:spcAft>
              <a:buClr>
                <a:srgbClr val="0000FF"/>
              </a:buClr>
              <a:buSzPts val="1800"/>
              <a:buChar char="»"/>
              <a:defRPr/>
            </a:lvl5pPr>
            <a:lvl6pPr marL="2743200" lvl="5" indent="-342900" algn="l">
              <a:lnSpc>
                <a:spcPct val="100000"/>
              </a:lnSpc>
              <a:spcBef>
                <a:spcPts val="360"/>
              </a:spcBef>
              <a:spcAft>
                <a:spcPts val="0"/>
              </a:spcAft>
              <a:buClr>
                <a:srgbClr val="0000FF"/>
              </a:buClr>
              <a:buSzPts val="1800"/>
              <a:buChar char="»"/>
              <a:defRPr/>
            </a:lvl6pPr>
            <a:lvl7pPr marL="3200400" lvl="6" indent="-342900" algn="l">
              <a:lnSpc>
                <a:spcPct val="100000"/>
              </a:lnSpc>
              <a:spcBef>
                <a:spcPts val="360"/>
              </a:spcBef>
              <a:spcAft>
                <a:spcPts val="0"/>
              </a:spcAft>
              <a:buClr>
                <a:srgbClr val="0000FF"/>
              </a:buClr>
              <a:buSzPts val="1800"/>
              <a:buChar char="»"/>
              <a:defRPr/>
            </a:lvl7pPr>
            <a:lvl8pPr marL="3657600" lvl="7" indent="-342900" algn="l">
              <a:lnSpc>
                <a:spcPct val="100000"/>
              </a:lnSpc>
              <a:spcBef>
                <a:spcPts val="360"/>
              </a:spcBef>
              <a:spcAft>
                <a:spcPts val="0"/>
              </a:spcAft>
              <a:buClr>
                <a:srgbClr val="0000FF"/>
              </a:buClr>
              <a:buSzPts val="1800"/>
              <a:buChar char="»"/>
              <a:defRPr/>
            </a:lvl8pPr>
            <a:lvl9pPr marL="4114800" lvl="8" indent="-342900" algn="l">
              <a:lnSpc>
                <a:spcPct val="100000"/>
              </a:lnSpc>
              <a:spcBef>
                <a:spcPts val="360"/>
              </a:spcBef>
              <a:spcAft>
                <a:spcPts val="0"/>
              </a:spcAft>
              <a:buClr>
                <a:srgbClr val="0000FF"/>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Text, and Content" type="txAndObj">
  <p:cSld name="TEXT_AND_OBJEC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6" name="Google Shape;86;p23"/>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0000FF"/>
              </a:buClr>
              <a:buSzPts val="1800"/>
              <a:buChar char="•"/>
              <a:defRPr/>
            </a:lvl1pPr>
            <a:lvl2pPr marL="914400" lvl="1" indent="-342900" algn="l">
              <a:lnSpc>
                <a:spcPct val="100000"/>
              </a:lnSpc>
              <a:spcBef>
                <a:spcPts val="360"/>
              </a:spcBef>
              <a:spcAft>
                <a:spcPts val="0"/>
              </a:spcAft>
              <a:buClr>
                <a:srgbClr val="0000FF"/>
              </a:buClr>
              <a:buSzPts val="1800"/>
              <a:buChar char="–"/>
              <a:defRPr/>
            </a:lvl2pPr>
            <a:lvl3pPr marL="1371600" lvl="2" indent="-342900" algn="l">
              <a:lnSpc>
                <a:spcPct val="100000"/>
              </a:lnSpc>
              <a:spcBef>
                <a:spcPts val="360"/>
              </a:spcBef>
              <a:spcAft>
                <a:spcPts val="0"/>
              </a:spcAft>
              <a:buClr>
                <a:srgbClr val="0000FF"/>
              </a:buClr>
              <a:buSzPts val="1800"/>
              <a:buChar char="•"/>
              <a:defRPr/>
            </a:lvl3pPr>
            <a:lvl4pPr marL="1828800" lvl="3" indent="-342900" algn="l">
              <a:lnSpc>
                <a:spcPct val="100000"/>
              </a:lnSpc>
              <a:spcBef>
                <a:spcPts val="360"/>
              </a:spcBef>
              <a:spcAft>
                <a:spcPts val="0"/>
              </a:spcAft>
              <a:buClr>
                <a:srgbClr val="0000FF"/>
              </a:buClr>
              <a:buSzPts val="1800"/>
              <a:buChar char="–"/>
              <a:defRPr/>
            </a:lvl4pPr>
            <a:lvl5pPr marL="2286000" lvl="4" indent="-342900" algn="l">
              <a:lnSpc>
                <a:spcPct val="100000"/>
              </a:lnSpc>
              <a:spcBef>
                <a:spcPts val="360"/>
              </a:spcBef>
              <a:spcAft>
                <a:spcPts val="0"/>
              </a:spcAft>
              <a:buClr>
                <a:srgbClr val="0000FF"/>
              </a:buClr>
              <a:buSzPts val="1800"/>
              <a:buChar char="»"/>
              <a:defRPr/>
            </a:lvl5pPr>
            <a:lvl6pPr marL="2743200" lvl="5" indent="-342900" algn="l">
              <a:lnSpc>
                <a:spcPct val="100000"/>
              </a:lnSpc>
              <a:spcBef>
                <a:spcPts val="360"/>
              </a:spcBef>
              <a:spcAft>
                <a:spcPts val="0"/>
              </a:spcAft>
              <a:buClr>
                <a:srgbClr val="0000FF"/>
              </a:buClr>
              <a:buSzPts val="1800"/>
              <a:buChar char="»"/>
              <a:defRPr/>
            </a:lvl6pPr>
            <a:lvl7pPr marL="3200400" lvl="6" indent="-342900" algn="l">
              <a:lnSpc>
                <a:spcPct val="100000"/>
              </a:lnSpc>
              <a:spcBef>
                <a:spcPts val="360"/>
              </a:spcBef>
              <a:spcAft>
                <a:spcPts val="0"/>
              </a:spcAft>
              <a:buClr>
                <a:srgbClr val="0000FF"/>
              </a:buClr>
              <a:buSzPts val="1800"/>
              <a:buChar char="»"/>
              <a:defRPr/>
            </a:lvl7pPr>
            <a:lvl8pPr marL="3657600" lvl="7" indent="-342900" algn="l">
              <a:lnSpc>
                <a:spcPct val="100000"/>
              </a:lnSpc>
              <a:spcBef>
                <a:spcPts val="360"/>
              </a:spcBef>
              <a:spcAft>
                <a:spcPts val="0"/>
              </a:spcAft>
              <a:buClr>
                <a:srgbClr val="0000FF"/>
              </a:buClr>
              <a:buSzPts val="1800"/>
              <a:buChar char="»"/>
              <a:defRPr/>
            </a:lvl8pPr>
            <a:lvl9pPr marL="4114800" lvl="8" indent="-342900" algn="l">
              <a:lnSpc>
                <a:spcPct val="100000"/>
              </a:lnSpc>
              <a:spcBef>
                <a:spcPts val="360"/>
              </a:spcBef>
              <a:spcAft>
                <a:spcPts val="0"/>
              </a:spcAft>
              <a:buClr>
                <a:srgbClr val="0000FF"/>
              </a:buClr>
              <a:buSzPts val="1800"/>
              <a:buChar char="»"/>
              <a:defRPr/>
            </a:lvl9pPr>
          </a:lstStyle>
          <a:p>
            <a:endParaRPr/>
          </a:p>
        </p:txBody>
      </p:sp>
      <p:sp>
        <p:nvSpPr>
          <p:cNvPr id="87" name="Google Shape;87;p23"/>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0000FF"/>
              </a:buClr>
              <a:buSzPts val="1800"/>
              <a:buChar char="•"/>
              <a:defRPr/>
            </a:lvl1pPr>
            <a:lvl2pPr marL="914400" lvl="1" indent="-342900" algn="l">
              <a:lnSpc>
                <a:spcPct val="100000"/>
              </a:lnSpc>
              <a:spcBef>
                <a:spcPts val="360"/>
              </a:spcBef>
              <a:spcAft>
                <a:spcPts val="0"/>
              </a:spcAft>
              <a:buClr>
                <a:srgbClr val="0000FF"/>
              </a:buClr>
              <a:buSzPts val="1800"/>
              <a:buChar char="–"/>
              <a:defRPr/>
            </a:lvl2pPr>
            <a:lvl3pPr marL="1371600" lvl="2" indent="-342900" algn="l">
              <a:lnSpc>
                <a:spcPct val="100000"/>
              </a:lnSpc>
              <a:spcBef>
                <a:spcPts val="360"/>
              </a:spcBef>
              <a:spcAft>
                <a:spcPts val="0"/>
              </a:spcAft>
              <a:buClr>
                <a:srgbClr val="0000FF"/>
              </a:buClr>
              <a:buSzPts val="1800"/>
              <a:buChar char="•"/>
              <a:defRPr/>
            </a:lvl3pPr>
            <a:lvl4pPr marL="1828800" lvl="3" indent="-342900" algn="l">
              <a:lnSpc>
                <a:spcPct val="100000"/>
              </a:lnSpc>
              <a:spcBef>
                <a:spcPts val="360"/>
              </a:spcBef>
              <a:spcAft>
                <a:spcPts val="0"/>
              </a:spcAft>
              <a:buClr>
                <a:srgbClr val="0000FF"/>
              </a:buClr>
              <a:buSzPts val="1800"/>
              <a:buChar char="–"/>
              <a:defRPr/>
            </a:lvl4pPr>
            <a:lvl5pPr marL="2286000" lvl="4" indent="-342900" algn="l">
              <a:lnSpc>
                <a:spcPct val="100000"/>
              </a:lnSpc>
              <a:spcBef>
                <a:spcPts val="360"/>
              </a:spcBef>
              <a:spcAft>
                <a:spcPts val="0"/>
              </a:spcAft>
              <a:buClr>
                <a:srgbClr val="0000FF"/>
              </a:buClr>
              <a:buSzPts val="1800"/>
              <a:buChar char="»"/>
              <a:defRPr/>
            </a:lvl5pPr>
            <a:lvl6pPr marL="2743200" lvl="5" indent="-342900" algn="l">
              <a:lnSpc>
                <a:spcPct val="100000"/>
              </a:lnSpc>
              <a:spcBef>
                <a:spcPts val="360"/>
              </a:spcBef>
              <a:spcAft>
                <a:spcPts val="0"/>
              </a:spcAft>
              <a:buClr>
                <a:srgbClr val="0000FF"/>
              </a:buClr>
              <a:buSzPts val="1800"/>
              <a:buChar char="»"/>
              <a:defRPr/>
            </a:lvl6pPr>
            <a:lvl7pPr marL="3200400" lvl="6" indent="-342900" algn="l">
              <a:lnSpc>
                <a:spcPct val="100000"/>
              </a:lnSpc>
              <a:spcBef>
                <a:spcPts val="360"/>
              </a:spcBef>
              <a:spcAft>
                <a:spcPts val="0"/>
              </a:spcAft>
              <a:buClr>
                <a:srgbClr val="0000FF"/>
              </a:buClr>
              <a:buSzPts val="1800"/>
              <a:buChar char="»"/>
              <a:defRPr/>
            </a:lvl7pPr>
            <a:lvl8pPr marL="3657600" lvl="7" indent="-342900" algn="l">
              <a:lnSpc>
                <a:spcPct val="100000"/>
              </a:lnSpc>
              <a:spcBef>
                <a:spcPts val="360"/>
              </a:spcBef>
              <a:spcAft>
                <a:spcPts val="0"/>
              </a:spcAft>
              <a:buClr>
                <a:srgbClr val="0000FF"/>
              </a:buClr>
              <a:buSzPts val="1800"/>
              <a:buChar char="»"/>
              <a:defRPr/>
            </a:lvl8pPr>
            <a:lvl9pPr marL="4114800" lvl="8" indent="-342900" algn="l">
              <a:lnSpc>
                <a:spcPct val="100000"/>
              </a:lnSpc>
              <a:spcBef>
                <a:spcPts val="360"/>
              </a:spcBef>
              <a:spcAft>
                <a:spcPts val="0"/>
              </a:spcAft>
              <a:buClr>
                <a:srgbClr val="0000FF"/>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CC">
            <a:alpha val="0"/>
          </a:srgbClr>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000" b="0" i="0" u="none" strike="noStrike" cap="none">
                <a:solidFill>
                  <a:srgbClr val="0099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1pPr>
            <a:lvl2pPr marL="914400" marR="0" lvl="1"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2pPr>
            <a:lvl3pPr marL="1371600" marR="0" lvl="2"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3pPr>
            <a:lvl4pPr marL="1828800" marR="0" lvl="3"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4pPr>
            <a:lvl5pPr marL="2286000" marR="0" lvl="4"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5pPr>
            <a:lvl6pPr marL="2743200" marR="0" lvl="5"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6pPr>
            <a:lvl7pPr marL="3200400" marR="0" lvl="6"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7pPr>
            <a:lvl8pPr marL="3657600" marR="0" lvl="7"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8pPr>
            <a:lvl9pPr marL="4114800" marR="0" lvl="8" indent="-381000" algn="l" rtl="0">
              <a:lnSpc>
                <a:spcPct val="100000"/>
              </a:lnSpc>
              <a:spcBef>
                <a:spcPts val="480"/>
              </a:spcBef>
              <a:spcAft>
                <a:spcPts val="0"/>
              </a:spcAft>
              <a:buClr>
                <a:srgbClr val="0000FF"/>
              </a:buClr>
              <a:buSzPts val="2400"/>
              <a:buFont typeface="Arial"/>
              <a:buChar char="»"/>
              <a:defRPr sz="2400" b="0" i="0" u="none" strike="noStrike" cap="none">
                <a:solidFill>
                  <a:srgbClr val="0000FF"/>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2"/>
        <p:cNvGrpSpPr/>
        <p:nvPr/>
      </p:nvGrpSpPr>
      <p:grpSpPr>
        <a:xfrm>
          <a:off x="0" y="0"/>
          <a:ext cx="0" cy="0"/>
          <a:chOff x="0" y="0"/>
          <a:chExt cx="0" cy="0"/>
        </a:xfrm>
      </p:grpSpPr>
      <p:sp>
        <p:nvSpPr>
          <p:cNvPr id="93" name="Google Shape;93;p24"/>
          <p:cNvSpPr txBox="1">
            <a:spLocks noGrp="1"/>
          </p:cNvSpPr>
          <p:nvPr>
            <p:ph type="ctrTitle"/>
          </p:nvPr>
        </p:nvSpPr>
        <p:spPr>
          <a:xfrm>
            <a:off x="304800" y="571499"/>
            <a:ext cx="8686800" cy="317195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sz="4400" b="1" dirty="0"/>
              <a:t>Adult Census Income Level Prediction</a:t>
            </a:r>
            <a:endParaRPr sz="4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Problem Statement</a:t>
            </a:r>
            <a:endParaRPr b="1"/>
          </a:p>
        </p:txBody>
      </p:sp>
      <p:sp>
        <p:nvSpPr>
          <p:cNvPr id="100" name="Google Shape;100;p25"/>
          <p:cNvSpPr txBox="1">
            <a:spLocks noGrp="1"/>
          </p:cNvSpPr>
          <p:nvPr>
            <p:ph type="body" idx="1"/>
          </p:nvPr>
        </p:nvSpPr>
        <p:spPr>
          <a:xfrm>
            <a:off x="457200" y="1200150"/>
            <a:ext cx="8229600" cy="3563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 sz="1600" b="1">
                <a:solidFill>
                  <a:schemeClr val="dk1"/>
                </a:solidFill>
                <a:highlight>
                  <a:srgbClr val="FFFFFF"/>
                </a:highlight>
                <a:latin typeface="Helvetica Neue"/>
                <a:ea typeface="Helvetica Neue"/>
                <a:cs typeface="Helvetica Neue"/>
                <a:sym typeface="Helvetica Neue"/>
              </a:rPr>
              <a:t>Input:</a:t>
            </a:r>
            <a:r>
              <a:rPr lang="en" sz="1600">
                <a:solidFill>
                  <a:schemeClr val="dk1"/>
                </a:solidFill>
                <a:highlight>
                  <a:srgbClr val="FFFFFF"/>
                </a:highlight>
                <a:latin typeface="Helvetica Neue"/>
                <a:ea typeface="Helvetica Neue"/>
                <a:cs typeface="Helvetica Neue"/>
                <a:sym typeface="Helvetica Neue"/>
              </a:rPr>
              <a:t>  </a:t>
            </a:r>
            <a:endParaRPr sz="1600">
              <a:solidFill>
                <a:schemeClr val="dk1"/>
              </a:solidFill>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0"/>
              </a:spcAft>
              <a:buClr>
                <a:schemeClr val="dk1"/>
              </a:buClr>
              <a:buSzPts val="1100"/>
              <a:buFont typeface="Arial"/>
              <a:buNone/>
            </a:pPr>
            <a:r>
              <a:rPr lang="en" sz="1600">
                <a:solidFill>
                  <a:schemeClr val="dk1"/>
                </a:solidFill>
                <a:highlight>
                  <a:srgbClr val="FFFFFF"/>
                </a:highlight>
                <a:latin typeface="Helvetica Neue"/>
                <a:ea typeface="Helvetica Neue"/>
                <a:cs typeface="Helvetica Neue"/>
                <a:sym typeface="Helvetica Neue"/>
              </a:rPr>
              <a:t>Demographic and employment-related features from the UCI Adult dataset</a:t>
            </a:r>
            <a:endParaRPr sz="1600">
              <a:solidFill>
                <a:schemeClr val="dk1"/>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SzPts val="2400"/>
              <a:buNone/>
            </a:pPr>
            <a:r>
              <a:rPr lang="en" sz="1600" b="1">
                <a:solidFill>
                  <a:schemeClr val="dk1"/>
                </a:solidFill>
                <a:highlight>
                  <a:srgbClr val="FFFFFF"/>
                </a:highlight>
                <a:latin typeface="Helvetica Neue"/>
                <a:ea typeface="Helvetica Neue"/>
                <a:cs typeface="Helvetica Neue"/>
                <a:sym typeface="Helvetica Neue"/>
              </a:rPr>
              <a:t>Output:</a:t>
            </a:r>
            <a:r>
              <a:rPr lang="en" sz="1600">
                <a:solidFill>
                  <a:schemeClr val="dk1"/>
                </a:solidFill>
                <a:highlight>
                  <a:srgbClr val="FFFFFF"/>
                </a:highlight>
                <a:latin typeface="Helvetica Neue"/>
                <a:ea typeface="Helvetica Neue"/>
                <a:cs typeface="Helvetica Neue"/>
                <a:sym typeface="Helvetica Neue"/>
              </a:rPr>
              <a:t>  </a:t>
            </a:r>
            <a:endParaRPr sz="1600">
              <a:solidFill>
                <a:schemeClr val="dk1"/>
              </a:solidFill>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0"/>
              </a:spcAft>
              <a:buClr>
                <a:schemeClr val="dk1"/>
              </a:buClr>
              <a:buSzPts val="1100"/>
              <a:buFont typeface="Arial"/>
              <a:buNone/>
            </a:pPr>
            <a:r>
              <a:rPr lang="en" sz="1600">
                <a:solidFill>
                  <a:schemeClr val="dk1"/>
                </a:solidFill>
                <a:highlight>
                  <a:srgbClr val="FFFFFF"/>
                </a:highlight>
                <a:latin typeface="Helvetica Neue"/>
                <a:ea typeface="Helvetica Neue"/>
                <a:cs typeface="Helvetica Neue"/>
                <a:sym typeface="Helvetica Neue"/>
              </a:rPr>
              <a:t> Binary classification – whether income &gt; $50K or ≤ $50K</a:t>
            </a:r>
            <a:endParaRPr sz="1600">
              <a:solidFill>
                <a:schemeClr val="dk1"/>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SzPts val="2400"/>
              <a:buNone/>
            </a:pPr>
            <a:r>
              <a:rPr lang="en" sz="1600" b="1">
                <a:solidFill>
                  <a:schemeClr val="dk1"/>
                </a:solidFill>
                <a:highlight>
                  <a:srgbClr val="FFFFFF"/>
                </a:highlight>
                <a:latin typeface="Helvetica Neue"/>
                <a:ea typeface="Helvetica Neue"/>
                <a:cs typeface="Helvetica Neue"/>
                <a:sym typeface="Helvetica Neue"/>
              </a:rPr>
              <a:t>Example:</a:t>
            </a:r>
            <a:r>
              <a:rPr lang="en" sz="1600">
                <a:solidFill>
                  <a:schemeClr val="dk1"/>
                </a:solidFill>
                <a:highlight>
                  <a:srgbClr val="FFFFFF"/>
                </a:highlight>
                <a:latin typeface="Helvetica Neue"/>
                <a:ea typeface="Helvetica Neue"/>
                <a:cs typeface="Helvetica Neue"/>
                <a:sym typeface="Helvetica Neue"/>
              </a:rPr>
              <a:t>  </a:t>
            </a:r>
            <a:endParaRPr sz="1600">
              <a:solidFill>
                <a:schemeClr val="dk1"/>
              </a:solidFill>
              <a:highlight>
                <a:srgbClr val="FFFFFF"/>
              </a:highlight>
              <a:latin typeface="Helvetica Neue"/>
              <a:ea typeface="Helvetica Neue"/>
              <a:cs typeface="Helvetica Neue"/>
              <a:sym typeface="Helvetica Neue"/>
            </a:endParaRPr>
          </a:p>
          <a:p>
            <a:pPr marL="0" lvl="0" indent="0" algn="l" rtl="0">
              <a:lnSpc>
                <a:spcPct val="100000"/>
              </a:lnSpc>
              <a:spcBef>
                <a:spcPts val="480"/>
              </a:spcBef>
              <a:spcAft>
                <a:spcPts val="0"/>
              </a:spcAft>
              <a:buSzPts val="2400"/>
              <a:buNone/>
            </a:pPr>
            <a:r>
              <a:rPr lang="en" sz="1600">
                <a:solidFill>
                  <a:schemeClr val="dk1"/>
                </a:solidFill>
                <a:highlight>
                  <a:srgbClr val="FFFFFF"/>
                </a:highlight>
                <a:latin typeface="Helvetica Neue"/>
                <a:ea typeface="Helvetica Neue"/>
                <a:cs typeface="Helvetica Neue"/>
                <a:sym typeface="Helvetica Neue"/>
              </a:rPr>
              <a:t>Input: </a:t>
            </a:r>
            <a:r>
              <a:rPr lang="en" sz="1050">
                <a:solidFill>
                  <a:srgbClr val="CCCCCC"/>
                </a:solidFill>
                <a:highlight>
                  <a:srgbClr val="1F1F1F"/>
                </a:highlight>
                <a:latin typeface="Courier New"/>
                <a:ea typeface="Courier New"/>
                <a:cs typeface="Courier New"/>
                <a:sym typeface="Courier New"/>
              </a:rPr>
              <a:t>32,</a:t>
            </a:r>
            <a:r>
              <a:rPr lang="en" sz="1050">
                <a:solidFill>
                  <a:srgbClr val="569CD6"/>
                </a:solidFill>
                <a:highlight>
                  <a:srgbClr val="1F1F1F"/>
                </a:highlight>
                <a:latin typeface="Courier New"/>
                <a:ea typeface="Courier New"/>
                <a:cs typeface="Courier New"/>
                <a:sym typeface="Courier New"/>
              </a:rPr>
              <a:t>"Private",</a:t>
            </a:r>
            <a:r>
              <a:rPr lang="en" sz="1050">
                <a:solidFill>
                  <a:srgbClr val="DCDCAA"/>
                </a:solidFill>
                <a:highlight>
                  <a:srgbClr val="1F1F1F"/>
                </a:highlight>
                <a:latin typeface="Courier New"/>
                <a:ea typeface="Courier New"/>
                <a:cs typeface="Courier New"/>
                <a:sym typeface="Courier New"/>
              </a:rPr>
              <a:t>396745,</a:t>
            </a:r>
            <a:r>
              <a:rPr lang="en" sz="1050">
                <a:solidFill>
                  <a:srgbClr val="6A9955"/>
                </a:solidFill>
                <a:highlight>
                  <a:srgbClr val="1F1F1F"/>
                </a:highlight>
                <a:latin typeface="Courier New"/>
                <a:ea typeface="Courier New"/>
                <a:cs typeface="Courier New"/>
                <a:sym typeface="Courier New"/>
              </a:rPr>
              <a:t>"Bachelors",</a:t>
            </a:r>
            <a:r>
              <a:rPr lang="en" sz="1050">
                <a:solidFill>
                  <a:srgbClr val="CE9178"/>
                </a:solidFill>
                <a:highlight>
                  <a:srgbClr val="1F1F1F"/>
                </a:highlight>
                <a:latin typeface="Courier New"/>
                <a:ea typeface="Courier New"/>
                <a:cs typeface="Courier New"/>
                <a:sym typeface="Courier New"/>
              </a:rPr>
              <a:t>13,</a:t>
            </a:r>
            <a:r>
              <a:rPr lang="en" sz="1050">
                <a:solidFill>
                  <a:srgbClr val="9CDCFE"/>
                </a:solidFill>
                <a:highlight>
                  <a:srgbClr val="1F1F1F"/>
                </a:highlight>
                <a:latin typeface="Courier New"/>
                <a:ea typeface="Courier New"/>
                <a:cs typeface="Courier New"/>
                <a:sym typeface="Courier New"/>
              </a:rPr>
              <a:t>"Married-civ-spouse",</a:t>
            </a:r>
            <a:r>
              <a:rPr lang="en" sz="1050">
                <a:solidFill>
                  <a:srgbClr val="B5CEA8"/>
                </a:solidFill>
                <a:highlight>
                  <a:srgbClr val="1F1F1F"/>
                </a:highlight>
                <a:latin typeface="Courier New"/>
                <a:ea typeface="Courier New"/>
                <a:cs typeface="Courier New"/>
                <a:sym typeface="Courier New"/>
              </a:rPr>
              <a:t>"Prof-specialty",</a:t>
            </a:r>
            <a:r>
              <a:rPr lang="en" sz="1050">
                <a:solidFill>
                  <a:srgbClr val="4EC9B0"/>
                </a:solidFill>
                <a:highlight>
                  <a:srgbClr val="1F1F1F"/>
                </a:highlight>
                <a:latin typeface="Courier New"/>
                <a:ea typeface="Courier New"/>
                <a:cs typeface="Courier New"/>
                <a:sym typeface="Courier New"/>
              </a:rPr>
              <a:t>"Husband",</a:t>
            </a:r>
            <a:r>
              <a:rPr lang="en" sz="1050" b="1">
                <a:solidFill>
                  <a:srgbClr val="569CD6"/>
                </a:solidFill>
                <a:highlight>
                  <a:srgbClr val="1F1F1F"/>
                </a:highlight>
                <a:latin typeface="Courier New"/>
                <a:ea typeface="Courier New"/>
                <a:cs typeface="Courier New"/>
                <a:sym typeface="Courier New"/>
              </a:rPr>
              <a:t>"White",</a:t>
            </a:r>
            <a:r>
              <a:rPr lang="en" sz="1050">
                <a:solidFill>
                  <a:srgbClr val="F44747"/>
                </a:solidFill>
                <a:highlight>
                  <a:srgbClr val="1F1F1F"/>
                </a:highlight>
                <a:latin typeface="Courier New"/>
                <a:ea typeface="Courier New"/>
                <a:cs typeface="Courier New"/>
                <a:sym typeface="Courier New"/>
              </a:rPr>
              <a:t>"Male",</a:t>
            </a:r>
            <a:r>
              <a:rPr lang="en" sz="1050">
                <a:solidFill>
                  <a:srgbClr val="CCCCCC"/>
                </a:solidFill>
                <a:highlight>
                  <a:srgbClr val="1F1F1F"/>
                </a:highlight>
                <a:latin typeface="Courier New"/>
                <a:ea typeface="Courier New"/>
                <a:cs typeface="Courier New"/>
                <a:sym typeface="Courier New"/>
              </a:rPr>
              <a:t>0,</a:t>
            </a:r>
            <a:r>
              <a:rPr lang="en" sz="1050">
                <a:solidFill>
                  <a:srgbClr val="569CD6"/>
                </a:solidFill>
                <a:highlight>
                  <a:srgbClr val="1F1F1F"/>
                </a:highlight>
                <a:latin typeface="Courier New"/>
                <a:ea typeface="Courier New"/>
                <a:cs typeface="Courier New"/>
                <a:sym typeface="Courier New"/>
              </a:rPr>
              <a:t>2415,</a:t>
            </a:r>
            <a:r>
              <a:rPr lang="en" sz="1050">
                <a:solidFill>
                  <a:srgbClr val="DCDCAA"/>
                </a:solidFill>
                <a:highlight>
                  <a:srgbClr val="1F1F1F"/>
                </a:highlight>
                <a:latin typeface="Courier New"/>
                <a:ea typeface="Courier New"/>
                <a:cs typeface="Courier New"/>
                <a:sym typeface="Courier New"/>
              </a:rPr>
              <a:t>48,</a:t>
            </a:r>
            <a:r>
              <a:rPr lang="en" sz="1050">
                <a:solidFill>
                  <a:srgbClr val="6A9955"/>
                </a:solidFill>
                <a:highlight>
                  <a:srgbClr val="1F1F1F"/>
                </a:highlight>
                <a:latin typeface="Courier New"/>
                <a:ea typeface="Courier New"/>
                <a:cs typeface="Courier New"/>
                <a:sym typeface="Courier New"/>
              </a:rPr>
              <a:t>"United-States"</a:t>
            </a:r>
            <a:endParaRPr sz="1050">
              <a:solidFill>
                <a:schemeClr val="dk1"/>
              </a:solidFill>
              <a:highlight>
                <a:srgbClr val="1F1F1F"/>
              </a:highlight>
              <a:latin typeface="Courier New"/>
              <a:ea typeface="Courier New"/>
              <a:cs typeface="Courier New"/>
              <a:sym typeface="Courier New"/>
            </a:endParaRPr>
          </a:p>
          <a:p>
            <a:pPr marL="0" lvl="0" indent="0" algn="l" rtl="0">
              <a:lnSpc>
                <a:spcPct val="115000"/>
              </a:lnSpc>
              <a:spcBef>
                <a:spcPts val="1000"/>
              </a:spcBef>
              <a:spcAft>
                <a:spcPts val="0"/>
              </a:spcAft>
              <a:buClr>
                <a:schemeClr val="dk1"/>
              </a:buClr>
              <a:buSzPts val="1100"/>
              <a:buFont typeface="Arial"/>
              <a:buNone/>
            </a:pPr>
            <a:r>
              <a:rPr lang="en" sz="1600">
                <a:solidFill>
                  <a:schemeClr val="dk1"/>
                </a:solidFill>
                <a:highlight>
                  <a:srgbClr val="FFFFFF"/>
                </a:highlight>
                <a:latin typeface="Helvetica Neue"/>
                <a:ea typeface="Helvetica Neue"/>
                <a:cs typeface="Helvetica Neue"/>
                <a:sym typeface="Helvetica Neue"/>
              </a:rPr>
              <a:t>Output: 1</a:t>
            </a:r>
            <a:endParaRPr sz="1600">
              <a:solidFill>
                <a:schemeClr val="dk1"/>
              </a:solidFill>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0"/>
              </a:spcAft>
              <a:buClr>
                <a:schemeClr val="dk1"/>
              </a:buClr>
              <a:buSzPts val="1100"/>
              <a:buFont typeface="Arial"/>
              <a:buNone/>
            </a:pPr>
            <a:r>
              <a:rPr lang="en" sz="1600" b="1">
                <a:solidFill>
                  <a:schemeClr val="dk1"/>
                </a:solidFill>
                <a:highlight>
                  <a:srgbClr val="FFFFFF"/>
                </a:highlight>
                <a:latin typeface="Helvetica Neue"/>
                <a:ea typeface="Helvetica Neue"/>
                <a:cs typeface="Helvetica Neue"/>
                <a:sym typeface="Helvetica Neue"/>
              </a:rPr>
              <a:t>Goal:</a:t>
            </a:r>
            <a:endParaRPr sz="1600" b="1">
              <a:solidFill>
                <a:schemeClr val="dk1"/>
              </a:solidFill>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1000"/>
              </a:spcAft>
              <a:buClr>
                <a:schemeClr val="dk1"/>
              </a:buClr>
              <a:buSzPts val="1100"/>
              <a:buFont typeface="Arial"/>
              <a:buNone/>
            </a:pPr>
            <a:r>
              <a:rPr lang="en" sz="1600">
                <a:solidFill>
                  <a:schemeClr val="dk1"/>
                </a:solidFill>
                <a:highlight>
                  <a:srgbClr val="FFFFFF"/>
                </a:highlight>
                <a:latin typeface="Helvetica Neue"/>
                <a:ea typeface="Helvetica Neue"/>
                <a:cs typeface="Helvetica Neue"/>
                <a:sym typeface="Helvetica Neue"/>
              </a:rPr>
              <a:t>Predict income level from structured attributes using ML with maximum accuracy</a:t>
            </a:r>
            <a:endParaRPr sz="1600">
              <a:solidFill>
                <a:schemeClr val="dk1"/>
              </a:solidFill>
              <a:highlight>
                <a:srgbClr val="FFFFFF"/>
              </a:highlight>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6"/>
          <p:cNvSpPr txBox="1">
            <a:spLocks noGrp="1"/>
          </p:cNvSpPr>
          <p:nvPr>
            <p:ph type="title"/>
          </p:nvPr>
        </p:nvSpPr>
        <p:spPr>
          <a:xfrm>
            <a:off x="457200" y="95875"/>
            <a:ext cx="8229600" cy="564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 sz="2500"/>
              <a:t>Brief explanation of problem:</a:t>
            </a:r>
            <a:endParaRPr sz="2500"/>
          </a:p>
        </p:txBody>
      </p:sp>
      <p:sp>
        <p:nvSpPr>
          <p:cNvPr id="106" name="Google Shape;106;p26"/>
          <p:cNvSpPr txBox="1">
            <a:spLocks noGrp="1"/>
          </p:cNvSpPr>
          <p:nvPr>
            <p:ph type="body" idx="4294967295"/>
          </p:nvPr>
        </p:nvSpPr>
        <p:spPr>
          <a:xfrm>
            <a:off x="457200" y="659875"/>
            <a:ext cx="8229600" cy="26214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None/>
            </a:pPr>
            <a:r>
              <a:rPr lang="en" sz="2100"/>
              <a:t>​</a:t>
            </a:r>
            <a:r>
              <a:rPr lang="en" sz="1700">
                <a:solidFill>
                  <a:schemeClr val="dk1"/>
                </a:solidFill>
              </a:rPr>
              <a:t>The paper titled "A Statistical Approach to Adult Census Income Level Prediction" by Navoneel Chakrabarty and Sanket Biswas addresses the issue of income inequality, particularly in the United States. The authors aim to utilize machine learning and data mining techniques to predict an individual's annual income based on various demographic and employment attributes. By accurately classifying individuals into income categories (greater than $50K or less than or equal to $50K), the study seeks to identify key factors influencing income levels, which can inform policies aimed at reducing economic disparities to work on which factor.</a:t>
            </a:r>
            <a:endParaRPr sz="1700">
              <a:solidFill>
                <a:schemeClr val="dk1"/>
              </a:solidFill>
            </a:endParaRPr>
          </a:p>
          <a:p>
            <a:pPr marL="0" lvl="0" indent="0" algn="l" rtl="0">
              <a:spcBef>
                <a:spcPts val="480"/>
              </a:spcBef>
              <a:spcAft>
                <a:spcPts val="0"/>
              </a:spcAft>
              <a:buNone/>
            </a:pPr>
            <a:r>
              <a:rPr lang="en" sz="1700">
                <a:solidFill>
                  <a:schemeClr val="dk1"/>
                </a:solidFill>
              </a:rPr>
              <a:t>The model developed in this study employs the Gradient Boosting Classifier, achieving a better accuracy than previous traditional classifiers, surpassing previous benchmarks in similar research. This approach demonstrates the potential of machine learning in addressing complex social issues like income inequality.</a:t>
            </a:r>
            <a:endParaRPr sz="17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7"/>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Motivation</a:t>
            </a:r>
            <a:endParaRPr b="1"/>
          </a:p>
        </p:txBody>
      </p:sp>
      <p:sp>
        <p:nvSpPr>
          <p:cNvPr id="112" name="Google Shape;112;p27"/>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000"/>
              </a:spcBef>
              <a:spcAft>
                <a:spcPts val="0"/>
              </a:spcAft>
              <a:buClr>
                <a:schemeClr val="dk1"/>
              </a:buClr>
              <a:buSzPts val="1800"/>
              <a:buFont typeface="Helvetica Neue"/>
              <a:buChar char="●"/>
            </a:pPr>
            <a:r>
              <a:rPr lang="en" sz="1800">
                <a:solidFill>
                  <a:schemeClr val="dk1"/>
                </a:solidFill>
                <a:highlight>
                  <a:srgbClr val="FFFFFF"/>
                </a:highlight>
                <a:latin typeface="Helvetica Neue"/>
                <a:ea typeface="Helvetica Neue"/>
                <a:cs typeface="Helvetica Neue"/>
                <a:sym typeface="Helvetica Neue"/>
              </a:rPr>
              <a:t>Income prediction has implications in policymaking and socioeconomic analysis.</a:t>
            </a:r>
            <a:endParaRPr sz="1800">
              <a:solidFill>
                <a:schemeClr val="dk1"/>
              </a:solidFill>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Clr>
                <a:schemeClr val="dk1"/>
              </a:buClr>
              <a:buSzPts val="1800"/>
              <a:buFont typeface="Helvetica Neue"/>
              <a:buChar char="●"/>
            </a:pPr>
            <a:r>
              <a:rPr lang="en" sz="1800">
                <a:solidFill>
                  <a:schemeClr val="dk1"/>
                </a:solidFill>
                <a:highlight>
                  <a:srgbClr val="FFFFFF"/>
                </a:highlight>
                <a:latin typeface="Helvetica Neue"/>
                <a:ea typeface="Helvetica Neue"/>
                <a:cs typeface="Helvetica Neue"/>
                <a:sym typeface="Helvetica Neue"/>
              </a:rPr>
              <a:t>Real-world impact in tax modeling, job market analysis.</a:t>
            </a:r>
            <a:endParaRPr sz="1800">
              <a:solidFill>
                <a:schemeClr val="dk1"/>
              </a:solidFill>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Clr>
                <a:schemeClr val="dk1"/>
              </a:buClr>
              <a:buSzPts val="1800"/>
              <a:buFont typeface="Helvetica Neue"/>
              <a:buChar char="●"/>
            </a:pPr>
            <a:r>
              <a:rPr lang="en" sz="1800">
                <a:solidFill>
                  <a:schemeClr val="dk1"/>
                </a:solidFill>
                <a:highlight>
                  <a:srgbClr val="FFFFFF"/>
                </a:highlight>
                <a:latin typeface="Helvetica Neue"/>
                <a:ea typeface="Helvetica Neue"/>
                <a:cs typeface="Helvetica Neue"/>
                <a:sym typeface="Helvetica Neue"/>
              </a:rPr>
              <a:t>This is a very good example of knowing how data processing and ML techniques can actually made use in real life decisions.</a:t>
            </a:r>
            <a:endParaRPr sz="1800">
              <a:solidFill>
                <a:schemeClr val="dk1"/>
              </a:solidFill>
              <a:highlight>
                <a:srgbClr val="FFFFFF"/>
              </a:highlight>
              <a:latin typeface="Helvetica Neue"/>
              <a:ea typeface="Helvetica Neue"/>
              <a:cs typeface="Helvetica Neue"/>
              <a:sym typeface="Helvetica Neue"/>
            </a:endParaRPr>
          </a:p>
          <a:p>
            <a:pPr marL="457200" lvl="0" indent="-342900" algn="l" rtl="0">
              <a:lnSpc>
                <a:spcPct val="115000"/>
              </a:lnSpc>
              <a:spcBef>
                <a:spcPts val="0"/>
              </a:spcBef>
              <a:spcAft>
                <a:spcPts val="0"/>
              </a:spcAft>
              <a:buClr>
                <a:schemeClr val="dk1"/>
              </a:buClr>
              <a:buSzPts val="1800"/>
              <a:buFont typeface="Helvetica Neue"/>
              <a:buChar char="●"/>
            </a:pPr>
            <a:r>
              <a:rPr lang="en" sz="1800" b="1">
                <a:solidFill>
                  <a:schemeClr val="dk1"/>
                </a:solidFill>
                <a:highlight>
                  <a:srgbClr val="FFFFFF"/>
                </a:highlight>
                <a:latin typeface="Helvetica Neue"/>
                <a:ea typeface="Helvetica Neue"/>
                <a:cs typeface="Helvetica Neue"/>
                <a:sym typeface="Helvetica Neue"/>
              </a:rPr>
              <a:t>Gaps</a:t>
            </a:r>
            <a:r>
              <a:rPr lang="en" sz="1800">
                <a:solidFill>
                  <a:schemeClr val="dk1"/>
                </a:solidFill>
                <a:highlight>
                  <a:srgbClr val="FFFFFF"/>
                </a:highlight>
                <a:latin typeface="Helvetica Neue"/>
                <a:ea typeface="Helvetica Neue"/>
                <a:cs typeface="Helvetica Neue"/>
                <a:sym typeface="Helvetica Neue"/>
              </a:rPr>
              <a:t>: Previous models underperform due to poor preprocessing or outdated algorithms. In this paper Gradient Boosting is used, which is an technique that combines the predictions of many weak learners in a sequential way. We added XGBoost , LightGBM also along with Voting Classifier</a:t>
            </a:r>
            <a:endParaRPr sz="1800">
              <a:solidFill>
                <a:schemeClr val="dk1"/>
              </a:solidFill>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SzPts val="2400"/>
              <a:buNone/>
            </a:pPr>
            <a:endParaRPr sz="3300">
              <a:solidFill>
                <a:srgbClr val="00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8"/>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Literature Review</a:t>
            </a:r>
            <a:endParaRPr b="1"/>
          </a:p>
        </p:txBody>
      </p:sp>
      <p:sp>
        <p:nvSpPr>
          <p:cNvPr id="118" name="Google Shape;118;p28"/>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 sz="1600" b="1">
                <a:solidFill>
                  <a:schemeClr val="dk1"/>
                </a:solidFill>
              </a:rPr>
              <a:t>Key Prior Work:</a:t>
            </a:r>
            <a:endParaRPr sz="1600" b="1">
              <a:solidFill>
                <a:schemeClr val="dk1"/>
              </a:solidFill>
            </a:endParaRPr>
          </a:p>
          <a:p>
            <a:pPr marL="457200" lvl="0" indent="-330200" algn="l" rtl="0">
              <a:lnSpc>
                <a:spcPct val="115000"/>
              </a:lnSpc>
              <a:spcBef>
                <a:spcPts val="1200"/>
              </a:spcBef>
              <a:spcAft>
                <a:spcPts val="0"/>
              </a:spcAft>
              <a:buClr>
                <a:schemeClr val="dk1"/>
              </a:buClr>
              <a:buSzPts val="1600"/>
              <a:buChar char="●"/>
            </a:pPr>
            <a:r>
              <a:rPr lang="en" sz="1600" b="1">
                <a:solidFill>
                  <a:schemeClr val="dk1"/>
                </a:solidFill>
              </a:rPr>
              <a:t>Decision Trees</a:t>
            </a:r>
            <a:r>
              <a:rPr lang="en" sz="1600">
                <a:solidFill>
                  <a:schemeClr val="dk1"/>
                </a:solidFill>
              </a:rPr>
              <a:t>: Commonly used for classification but prone to overfitting.</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Support Vector Machines (SVM)</a:t>
            </a:r>
            <a:r>
              <a:rPr lang="en" sz="1600">
                <a:solidFill>
                  <a:schemeClr val="dk1"/>
                </a:solidFill>
              </a:rPr>
              <a:t>: Effective for high-dimensional data but require careful tuning.</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Logistic Regression</a:t>
            </a:r>
            <a:r>
              <a:rPr lang="en" sz="1600">
                <a:solidFill>
                  <a:schemeClr val="dk1"/>
                </a:solidFill>
              </a:rPr>
              <a:t>: Basic model for income prediction but lacks the ability to capture complex patterns.</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Ensemble Methods(GradientBoostingClassifier)</a:t>
            </a:r>
            <a:r>
              <a:rPr lang="en" sz="1600">
                <a:solidFill>
                  <a:schemeClr val="dk1"/>
                </a:solidFill>
              </a:rPr>
              <a:t>: Previously, methods like Random Forest have been applied, but they often underperform compared to more advanced boosting techniques.</a:t>
            </a:r>
            <a:endParaRPr sz="1600">
              <a:solidFill>
                <a:schemeClr val="dk1"/>
              </a:solidFill>
            </a:endParaRPr>
          </a:p>
          <a:p>
            <a:pPr marL="457200" lvl="0" indent="0" algn="l" rtl="0">
              <a:lnSpc>
                <a:spcPct val="115000"/>
              </a:lnSpc>
              <a:spcBef>
                <a:spcPts val="1200"/>
              </a:spcBef>
              <a:spcAft>
                <a:spcPts val="0"/>
              </a:spcAft>
              <a:buNone/>
            </a:pPr>
            <a:endParaRPr sz="2200">
              <a:highlight>
                <a:srgbClr val="FFFFFF"/>
              </a:highlight>
              <a:latin typeface="Helvetica Neue"/>
              <a:ea typeface="Helvetica Neue"/>
              <a:cs typeface="Helvetica Neue"/>
              <a:sym typeface="Helvetica Neue"/>
            </a:endParaRPr>
          </a:p>
          <a:p>
            <a:pPr marL="0" lvl="0" indent="0" algn="l" rtl="0">
              <a:lnSpc>
                <a:spcPct val="100000"/>
              </a:lnSpc>
              <a:spcBef>
                <a:spcPts val="1200"/>
              </a:spcBef>
              <a:spcAft>
                <a:spcPts val="0"/>
              </a:spcAft>
              <a:buNone/>
            </a:pPr>
            <a:endParaRPr sz="340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9"/>
          <p:cNvSpPr txBox="1">
            <a:spLocks noGrp="1"/>
          </p:cNvSpPr>
          <p:nvPr>
            <p:ph type="title"/>
          </p:nvPr>
        </p:nvSpPr>
        <p:spPr>
          <a:xfrm rot="10800000" flipH="1">
            <a:off x="457200" y="162156"/>
            <a:ext cx="8229600" cy="54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
              <a:t> </a:t>
            </a:r>
            <a:endParaRPr/>
          </a:p>
        </p:txBody>
      </p:sp>
      <p:sp>
        <p:nvSpPr>
          <p:cNvPr id="124" name="Google Shape;124;p29"/>
          <p:cNvSpPr txBox="1">
            <a:spLocks noGrp="1"/>
          </p:cNvSpPr>
          <p:nvPr>
            <p:ph type="body" idx="1"/>
          </p:nvPr>
        </p:nvSpPr>
        <p:spPr>
          <a:xfrm>
            <a:off x="457200" y="438775"/>
            <a:ext cx="8229600" cy="41559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2100" b="1">
                <a:solidFill>
                  <a:schemeClr val="dk1"/>
                </a:solidFill>
              </a:rPr>
              <a:t>Inspired Approaches:</a:t>
            </a:r>
            <a:endParaRPr sz="2100" b="1">
              <a:solidFill>
                <a:schemeClr val="dk1"/>
              </a:solidFill>
            </a:endParaRPr>
          </a:p>
          <a:p>
            <a:pPr marL="457200" lvl="0" indent="-336550" algn="l" rtl="0">
              <a:lnSpc>
                <a:spcPct val="115000"/>
              </a:lnSpc>
              <a:spcBef>
                <a:spcPts val="1200"/>
              </a:spcBef>
              <a:spcAft>
                <a:spcPts val="0"/>
              </a:spcAft>
              <a:buClr>
                <a:schemeClr val="dk1"/>
              </a:buClr>
              <a:buSzPts val="1700"/>
              <a:buChar char="●"/>
            </a:pPr>
            <a:r>
              <a:rPr lang="en" sz="1700" b="1">
                <a:solidFill>
                  <a:schemeClr val="dk1"/>
                </a:solidFill>
              </a:rPr>
              <a:t>Gradient Boosting (XGBoost)</a:t>
            </a:r>
            <a:r>
              <a:rPr lang="en" sz="1700">
                <a:solidFill>
                  <a:schemeClr val="dk1"/>
                </a:solidFill>
              </a:rPr>
              <a:t>: Focuses on iteratively improving model accuracy through boosting, making it less prone to overfitting. </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 sz="1700" b="1">
                <a:solidFill>
                  <a:schemeClr val="dk1"/>
                </a:solidFill>
              </a:rPr>
              <a:t>Lightgbm: </a:t>
            </a:r>
            <a:r>
              <a:rPr lang="en" sz="1700">
                <a:solidFill>
                  <a:schemeClr val="dk1"/>
                </a:solidFill>
              </a:rPr>
              <a:t>Uses Gradient-based One-Side Sampling (GOSS) and exclusive Feature Building (EFB) to optimize training speed and memory usage.                     </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 sz="1700" b="1">
                <a:solidFill>
                  <a:schemeClr val="dk1"/>
                </a:solidFill>
              </a:rPr>
              <a:t>Enhancement Over Traditional Methods</a:t>
            </a:r>
            <a:r>
              <a:rPr lang="en" sz="1700">
                <a:solidFill>
                  <a:schemeClr val="dk1"/>
                </a:solidFill>
              </a:rPr>
              <a:t>: XGBoost improves upon decision trees and SVMs, handling complex data and reducing bias and variance more effectively, </a:t>
            </a:r>
            <a:r>
              <a:rPr lang="en" sz="1700">
                <a:solidFill>
                  <a:schemeClr val="dk1"/>
                </a:solidFill>
                <a:highlight>
                  <a:schemeClr val="lt1"/>
                </a:highlight>
                <a:latin typeface="Roboto"/>
                <a:ea typeface="Roboto"/>
                <a:cs typeface="Roboto"/>
                <a:sym typeface="Roboto"/>
              </a:rPr>
              <a:t>LightGBM shines where performance and scalability matter, while XGBoost offers robustness for smaller datasets. Both outperform traditional Gradient Boosting in most scenarios</a:t>
            </a:r>
            <a:endParaRPr sz="2200">
              <a:solidFill>
                <a:schemeClr val="dk1"/>
              </a:solidFill>
              <a:highlight>
                <a:schemeClr val="lt1"/>
              </a:highlight>
            </a:endParaRPr>
          </a:p>
          <a:p>
            <a:pPr marL="457200" lvl="0" indent="-336550" algn="l" rtl="0">
              <a:lnSpc>
                <a:spcPct val="115000"/>
              </a:lnSpc>
              <a:spcBef>
                <a:spcPts val="0"/>
              </a:spcBef>
              <a:spcAft>
                <a:spcPts val="0"/>
              </a:spcAft>
              <a:buClr>
                <a:schemeClr val="dk1"/>
              </a:buClr>
              <a:buSzPts val="1700"/>
              <a:buChar char="●"/>
            </a:pPr>
            <a:r>
              <a:rPr lang="en" sz="1700" b="1">
                <a:solidFill>
                  <a:schemeClr val="dk1"/>
                </a:solidFill>
              </a:rPr>
              <a:t>Objective</a:t>
            </a:r>
            <a:r>
              <a:rPr lang="en" sz="1700">
                <a:solidFill>
                  <a:schemeClr val="dk1"/>
                </a:solidFill>
              </a:rPr>
              <a:t>: Outperform previous benchmarks, showcasing the potential of modern machine learning techniques for socio-economic prediction tasks.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0"/>
          <p:cNvSpPr txBox="1">
            <a:spLocks noGrp="1"/>
          </p:cNvSpPr>
          <p:nvPr>
            <p:ph type="title"/>
          </p:nvPr>
        </p:nvSpPr>
        <p:spPr>
          <a:xfrm>
            <a:off x="457200" y="73750"/>
            <a:ext cx="8229600" cy="442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Dataset</a:t>
            </a:r>
            <a:endParaRPr b="1"/>
          </a:p>
        </p:txBody>
      </p:sp>
      <p:sp>
        <p:nvSpPr>
          <p:cNvPr id="130" name="Google Shape;130;p30"/>
          <p:cNvSpPr txBox="1">
            <a:spLocks noGrp="1"/>
          </p:cNvSpPr>
          <p:nvPr>
            <p:ph type="body" idx="1"/>
          </p:nvPr>
        </p:nvSpPr>
        <p:spPr>
          <a:xfrm>
            <a:off x="457200" y="516250"/>
            <a:ext cx="8229600" cy="4535100"/>
          </a:xfrm>
          <a:prstGeom prst="rect">
            <a:avLst/>
          </a:prstGeom>
          <a:noFill/>
          <a:ln>
            <a:noFill/>
          </a:ln>
        </p:spPr>
        <p:txBody>
          <a:bodyPr spcFirstLastPara="1" wrap="square" lIns="91425" tIns="45700" rIns="91425" bIns="45700" anchor="t" anchorCtr="0">
            <a:noAutofit/>
          </a:bodyPr>
          <a:lstStyle/>
          <a:p>
            <a:pPr marL="0" lvl="0" indent="0" algn="l" rtl="0">
              <a:spcBef>
                <a:spcPts val="480"/>
              </a:spcBef>
              <a:spcAft>
                <a:spcPts val="0"/>
              </a:spcAft>
              <a:buNone/>
            </a:pPr>
            <a:r>
              <a:rPr lang="en" sz="1700" b="1" dirty="0">
                <a:solidFill>
                  <a:schemeClr val="dk1"/>
                </a:solidFill>
                <a:highlight>
                  <a:srgbClr val="FFFFFF"/>
                </a:highlight>
                <a:latin typeface="Helvetica Neue"/>
                <a:ea typeface="Helvetica Neue"/>
                <a:cs typeface="Helvetica Neue"/>
                <a:sym typeface="Helvetica Neue"/>
              </a:rPr>
              <a:t>Example Data Instance:</a:t>
            </a:r>
            <a:endParaRPr sz="1700" dirty="0">
              <a:solidFill>
                <a:schemeClr val="dk1"/>
              </a:solidFill>
              <a:highlight>
                <a:srgbClr val="FFFFFF"/>
              </a:highlight>
              <a:latin typeface="Helvetica Neue"/>
              <a:ea typeface="Helvetica Neue"/>
              <a:cs typeface="Helvetica Neue"/>
              <a:sym typeface="Helvetica Neue"/>
            </a:endParaRPr>
          </a:p>
          <a:p>
            <a:pPr marL="457200" lvl="0" indent="-336550" algn="l" rtl="0">
              <a:lnSpc>
                <a:spcPct val="115000"/>
              </a:lnSpc>
              <a:spcBef>
                <a:spcPts val="1000"/>
              </a:spcBef>
              <a:spcAft>
                <a:spcPts val="0"/>
              </a:spcAft>
              <a:buClr>
                <a:srgbClr val="0000FF"/>
              </a:buClr>
              <a:buSzPts val="1700"/>
              <a:buFont typeface="Helvetica Neue"/>
              <a:buChar char="-"/>
            </a:pPr>
            <a:r>
              <a:rPr lang="en" sz="1150" dirty="0">
                <a:solidFill>
                  <a:srgbClr val="CCCCCC"/>
                </a:solidFill>
                <a:highlight>
                  <a:srgbClr val="1F1F1F"/>
                </a:highlight>
                <a:latin typeface="Courier New"/>
                <a:ea typeface="Courier New"/>
                <a:cs typeface="Courier New"/>
                <a:sym typeface="Courier New"/>
              </a:rPr>
              <a:t>34,</a:t>
            </a:r>
            <a:r>
              <a:rPr lang="en" sz="1150" dirty="0">
                <a:solidFill>
                  <a:srgbClr val="569CD6"/>
                </a:solidFill>
                <a:highlight>
                  <a:srgbClr val="1F1F1F"/>
                </a:highlight>
                <a:latin typeface="Courier New"/>
                <a:ea typeface="Courier New"/>
                <a:cs typeface="Courier New"/>
                <a:sym typeface="Courier New"/>
              </a:rPr>
              <a:t>"Private",</a:t>
            </a:r>
            <a:r>
              <a:rPr lang="en" sz="1150" dirty="0">
                <a:solidFill>
                  <a:srgbClr val="DCDCAA"/>
                </a:solidFill>
                <a:highlight>
                  <a:srgbClr val="1F1F1F"/>
                </a:highlight>
                <a:latin typeface="Courier New"/>
                <a:ea typeface="Courier New"/>
                <a:cs typeface="Courier New"/>
                <a:sym typeface="Courier New"/>
              </a:rPr>
              <a:t>203034,</a:t>
            </a:r>
            <a:r>
              <a:rPr lang="en" sz="1150" dirty="0">
                <a:solidFill>
                  <a:srgbClr val="6A9955"/>
                </a:solidFill>
                <a:highlight>
                  <a:srgbClr val="1F1F1F"/>
                </a:highlight>
                <a:latin typeface="Courier New"/>
                <a:ea typeface="Courier New"/>
                <a:cs typeface="Courier New"/>
                <a:sym typeface="Courier New"/>
              </a:rPr>
              <a:t>"Bachelors",</a:t>
            </a:r>
            <a:r>
              <a:rPr lang="en" sz="1150" dirty="0">
                <a:solidFill>
                  <a:srgbClr val="CE9178"/>
                </a:solidFill>
                <a:highlight>
                  <a:srgbClr val="1F1F1F"/>
                </a:highlight>
                <a:latin typeface="Courier New"/>
                <a:ea typeface="Courier New"/>
                <a:cs typeface="Courier New"/>
                <a:sym typeface="Courier New"/>
              </a:rPr>
              <a:t>13,</a:t>
            </a:r>
            <a:r>
              <a:rPr lang="en" sz="1150" dirty="0">
                <a:solidFill>
                  <a:srgbClr val="9CDCFE"/>
                </a:solidFill>
                <a:highlight>
                  <a:srgbClr val="1F1F1F"/>
                </a:highlight>
                <a:latin typeface="Courier New"/>
                <a:ea typeface="Courier New"/>
                <a:cs typeface="Courier New"/>
                <a:sym typeface="Courier New"/>
              </a:rPr>
              <a:t>"Separated",</a:t>
            </a:r>
            <a:r>
              <a:rPr lang="en" sz="1150" dirty="0">
                <a:solidFill>
                  <a:srgbClr val="B5CEA8"/>
                </a:solidFill>
                <a:highlight>
                  <a:srgbClr val="1F1F1F"/>
                </a:highlight>
                <a:latin typeface="Courier New"/>
                <a:ea typeface="Courier New"/>
                <a:cs typeface="Courier New"/>
                <a:sym typeface="Courier New"/>
              </a:rPr>
              <a:t>"Sales",</a:t>
            </a:r>
            <a:r>
              <a:rPr lang="en" sz="1150" dirty="0">
                <a:solidFill>
                  <a:srgbClr val="4EC9B0"/>
                </a:solidFill>
                <a:highlight>
                  <a:srgbClr val="1F1F1F"/>
                </a:highlight>
                <a:latin typeface="Courier New"/>
                <a:ea typeface="Courier New"/>
                <a:cs typeface="Courier New"/>
                <a:sym typeface="Courier New"/>
              </a:rPr>
              <a:t>"Not-in-family",</a:t>
            </a:r>
            <a:r>
              <a:rPr lang="en" sz="1150" b="1" dirty="0">
                <a:solidFill>
                  <a:srgbClr val="569CD6"/>
                </a:solidFill>
                <a:highlight>
                  <a:srgbClr val="1F1F1F"/>
                </a:highlight>
                <a:latin typeface="Courier New"/>
                <a:ea typeface="Courier New"/>
                <a:cs typeface="Courier New"/>
                <a:sym typeface="Courier New"/>
              </a:rPr>
              <a:t>"White",</a:t>
            </a:r>
            <a:r>
              <a:rPr lang="en" sz="1150" dirty="0">
                <a:solidFill>
                  <a:srgbClr val="F44747"/>
                </a:solidFill>
                <a:highlight>
                  <a:srgbClr val="1F1F1F"/>
                </a:highlight>
                <a:latin typeface="Courier New"/>
                <a:ea typeface="Courier New"/>
                <a:cs typeface="Courier New"/>
                <a:sym typeface="Courier New"/>
              </a:rPr>
              <a:t>"Male",</a:t>
            </a:r>
            <a:r>
              <a:rPr lang="en" sz="1150" dirty="0">
                <a:solidFill>
                  <a:srgbClr val="CCCCCC"/>
                </a:solidFill>
                <a:highlight>
                  <a:srgbClr val="1F1F1F"/>
                </a:highlight>
                <a:latin typeface="Courier New"/>
                <a:ea typeface="Courier New"/>
                <a:cs typeface="Courier New"/>
                <a:sym typeface="Courier New"/>
              </a:rPr>
              <a:t>0,</a:t>
            </a:r>
            <a:r>
              <a:rPr lang="en" sz="1150" dirty="0">
                <a:solidFill>
                  <a:srgbClr val="569CD6"/>
                </a:solidFill>
                <a:highlight>
                  <a:srgbClr val="1F1F1F"/>
                </a:highlight>
                <a:latin typeface="Courier New"/>
                <a:ea typeface="Courier New"/>
                <a:cs typeface="Courier New"/>
                <a:sym typeface="Courier New"/>
              </a:rPr>
              <a:t>2824,</a:t>
            </a:r>
            <a:r>
              <a:rPr lang="en" sz="1150" dirty="0">
                <a:solidFill>
                  <a:srgbClr val="DCDCAA"/>
                </a:solidFill>
                <a:highlight>
                  <a:srgbClr val="1F1F1F"/>
                </a:highlight>
                <a:latin typeface="Courier New"/>
                <a:ea typeface="Courier New"/>
                <a:cs typeface="Courier New"/>
                <a:sym typeface="Courier New"/>
              </a:rPr>
              <a:t>50,</a:t>
            </a:r>
            <a:r>
              <a:rPr lang="en" sz="1150" dirty="0">
                <a:solidFill>
                  <a:srgbClr val="6A9955"/>
                </a:solidFill>
                <a:highlight>
                  <a:srgbClr val="1F1F1F"/>
                </a:highlight>
                <a:latin typeface="Courier New"/>
                <a:ea typeface="Courier New"/>
                <a:cs typeface="Courier New"/>
                <a:sym typeface="Courier New"/>
              </a:rPr>
              <a:t>"United-States",</a:t>
            </a:r>
            <a:r>
              <a:rPr lang="en" sz="1150" dirty="0">
                <a:solidFill>
                  <a:srgbClr val="CE9178"/>
                </a:solidFill>
                <a:highlight>
                  <a:srgbClr val="1F1F1F"/>
                </a:highlight>
                <a:latin typeface="Courier New"/>
                <a:ea typeface="Courier New"/>
                <a:cs typeface="Courier New"/>
                <a:sym typeface="Courier New"/>
              </a:rPr>
              <a:t>"&gt;50K"</a:t>
            </a:r>
            <a:endParaRPr sz="1700" dirty="0">
              <a:highlight>
                <a:srgbClr val="FFFFFF"/>
              </a:highlight>
              <a:latin typeface="Helvetica Neue"/>
              <a:ea typeface="Helvetica Neue"/>
              <a:cs typeface="Helvetica Neue"/>
              <a:sym typeface="Helvetica Neue"/>
            </a:endParaRPr>
          </a:p>
          <a:p>
            <a:pPr marL="0" lvl="0" indent="0" algn="l" rtl="0">
              <a:lnSpc>
                <a:spcPct val="100000"/>
              </a:lnSpc>
              <a:spcBef>
                <a:spcPts val="1000"/>
              </a:spcBef>
              <a:spcAft>
                <a:spcPts val="0"/>
              </a:spcAft>
              <a:buNone/>
            </a:pPr>
            <a:r>
              <a:rPr lang="en" sz="1800" b="1" dirty="0">
                <a:solidFill>
                  <a:schemeClr val="dk1"/>
                </a:solidFill>
                <a:highlight>
                  <a:srgbClr val="FFFFFF"/>
                </a:highlight>
                <a:latin typeface="Helvetica Neue"/>
                <a:ea typeface="Helvetica Neue"/>
                <a:cs typeface="Helvetica Neue"/>
                <a:sym typeface="Helvetica Neue"/>
              </a:rPr>
              <a:t>Statistics:</a:t>
            </a:r>
            <a:endParaRPr sz="1800" b="1" dirty="0">
              <a:solidFill>
                <a:schemeClr val="dk1"/>
              </a:solidFill>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0"/>
              </a:spcAft>
              <a:buClr>
                <a:schemeClr val="dk1"/>
              </a:buClr>
              <a:buSzPts val="1100"/>
              <a:buFont typeface="Arial"/>
              <a:buNone/>
            </a:pPr>
            <a:r>
              <a:rPr lang="en" sz="1500" b="1">
                <a:solidFill>
                  <a:schemeClr val="dk1"/>
                </a:solidFill>
              </a:rPr>
              <a:t>Number of Samples</a:t>
            </a:r>
            <a:r>
              <a:rPr lang="en" sz="1500">
                <a:solidFill>
                  <a:schemeClr val="dk1"/>
                </a:solidFill>
              </a:rPr>
              <a:t>: 32562 (total dataset size)                                                            </a:t>
            </a:r>
            <a:r>
              <a:rPr lang="en" sz="1500" b="1">
                <a:solidFill>
                  <a:schemeClr val="dk1"/>
                </a:solidFill>
              </a:rPr>
              <a:t>Number of Classes</a:t>
            </a:r>
            <a:r>
              <a:rPr lang="en" sz="1500">
                <a:solidFill>
                  <a:schemeClr val="dk1"/>
                </a:solidFill>
              </a:rPr>
              <a:t>: 2 (Income categories: </a:t>
            </a:r>
            <a:r>
              <a:rPr lang="en" sz="1500">
                <a:solidFill>
                  <a:srgbClr val="188038"/>
                </a:solidFill>
                <a:latin typeface="Roboto Mono"/>
                <a:ea typeface="Roboto Mono"/>
                <a:cs typeface="Roboto Mono"/>
                <a:sym typeface="Roboto Mono"/>
              </a:rPr>
              <a:t>&lt;=50K</a:t>
            </a:r>
            <a:r>
              <a:rPr lang="en" sz="1500">
                <a:solidFill>
                  <a:schemeClr val="dk1"/>
                </a:solidFill>
              </a:rPr>
              <a:t> and </a:t>
            </a:r>
            <a:r>
              <a:rPr lang="en" sz="1500">
                <a:solidFill>
                  <a:srgbClr val="188038"/>
                </a:solidFill>
                <a:latin typeface="Roboto Mono"/>
                <a:ea typeface="Roboto Mono"/>
                <a:cs typeface="Roboto Mono"/>
                <a:sym typeface="Roboto Mono"/>
              </a:rPr>
              <a:t>&gt;50K</a:t>
            </a:r>
            <a:r>
              <a:rPr lang="en" sz="1500">
                <a:solidFill>
                  <a:schemeClr val="dk1"/>
                </a:solidFill>
              </a:rPr>
              <a:t>)                                </a:t>
            </a:r>
            <a:r>
              <a:rPr lang="en" sz="1500" b="1">
                <a:solidFill>
                  <a:schemeClr val="dk1"/>
                </a:solidFill>
              </a:rPr>
              <a:t>Number of Features</a:t>
            </a:r>
            <a:r>
              <a:rPr lang="en" sz="1500">
                <a:solidFill>
                  <a:schemeClr val="dk1"/>
                </a:solidFill>
              </a:rPr>
              <a:t>: 14 (including categorical and continuous variables like age, workclass, education, etc.</a:t>
            </a:r>
            <a:endParaRPr sz="1800" b="1" dirty="0">
              <a:solidFill>
                <a:schemeClr val="dk1"/>
              </a:solidFill>
              <a:highlight>
                <a:srgbClr val="FFFFFF"/>
              </a:highlight>
              <a:latin typeface="Helvetica Neue"/>
              <a:ea typeface="Helvetica Neue"/>
              <a:cs typeface="Helvetica Neue"/>
              <a:sym typeface="Helvetica Neue"/>
            </a:endParaRPr>
          </a:p>
          <a:p>
            <a:pPr marL="0" lvl="0" indent="0" algn="l" rtl="0">
              <a:lnSpc>
                <a:spcPct val="115000"/>
              </a:lnSpc>
              <a:spcBef>
                <a:spcPts val="1000"/>
              </a:spcBef>
              <a:spcAft>
                <a:spcPts val="0"/>
              </a:spcAft>
              <a:buNone/>
            </a:pPr>
            <a:r>
              <a:rPr lang="en" sz="1800" b="1" dirty="0">
                <a:solidFill>
                  <a:schemeClr val="dk1"/>
                </a:solidFill>
              </a:rPr>
              <a:t>Preprocessing:</a:t>
            </a:r>
            <a:endParaRPr sz="1800" b="1" dirty="0">
              <a:solidFill>
                <a:schemeClr val="dk1"/>
              </a:solidFill>
            </a:endParaRPr>
          </a:p>
          <a:p>
            <a:pPr marL="457200" lvl="0" indent="-323850" algn="l" rtl="0">
              <a:lnSpc>
                <a:spcPct val="115000"/>
              </a:lnSpc>
              <a:spcBef>
                <a:spcPts val="1000"/>
              </a:spcBef>
              <a:spcAft>
                <a:spcPts val="0"/>
              </a:spcAft>
              <a:buClr>
                <a:schemeClr val="dk1"/>
              </a:buClr>
              <a:buSzPts val="1500"/>
              <a:buChar char="-"/>
            </a:pPr>
            <a:r>
              <a:rPr lang="en" sz="1500" dirty="0">
                <a:solidFill>
                  <a:schemeClr val="dk1"/>
                </a:solidFill>
              </a:rPr>
              <a:t>Converted categorical variables using label encoding or one-hot encoding,</a:t>
            </a:r>
            <a:r>
              <a:rPr lang="en" sz="1800" dirty="0">
                <a:solidFill>
                  <a:schemeClr val="dk1"/>
                </a:solidFill>
                <a:highlight>
                  <a:schemeClr val="lt1"/>
                </a:highlight>
              </a:rPr>
              <a:t> </a:t>
            </a:r>
            <a:r>
              <a:rPr lang="en" sz="1500" dirty="0">
                <a:solidFill>
                  <a:schemeClr val="dk1"/>
                </a:solidFill>
                <a:highlight>
                  <a:schemeClr val="lt1"/>
                </a:highlight>
                <a:latin typeface="Roboto"/>
                <a:ea typeface="Roboto"/>
                <a:cs typeface="Roboto"/>
                <a:sym typeface="Roboto"/>
              </a:rPr>
              <a:t> Filled missing values in numeric columns (e.g., </a:t>
            </a:r>
            <a:r>
              <a:rPr lang="en" sz="1250" dirty="0">
                <a:solidFill>
                  <a:schemeClr val="dk1"/>
                </a:solidFill>
                <a:highlight>
                  <a:schemeClr val="lt1"/>
                </a:highlight>
                <a:latin typeface="Roboto Mono"/>
                <a:ea typeface="Roboto Mono"/>
                <a:cs typeface="Roboto Mono"/>
                <a:sym typeface="Roboto Mono"/>
              </a:rPr>
              <a:t>age</a:t>
            </a:r>
            <a:r>
              <a:rPr lang="en" sz="1500" dirty="0">
                <a:solidFill>
                  <a:schemeClr val="dk1"/>
                </a:solidFill>
                <a:highlight>
                  <a:schemeClr val="lt1"/>
                </a:highlight>
                <a:latin typeface="Roboto"/>
                <a:ea typeface="Roboto"/>
                <a:cs typeface="Roboto"/>
                <a:sym typeface="Roboto"/>
              </a:rPr>
              <a:t>, </a:t>
            </a:r>
            <a:r>
              <a:rPr lang="en" sz="1250" dirty="0">
                <a:solidFill>
                  <a:schemeClr val="dk1"/>
                </a:solidFill>
                <a:highlight>
                  <a:schemeClr val="lt1"/>
                </a:highlight>
                <a:latin typeface="Roboto Mono"/>
                <a:ea typeface="Roboto Mono"/>
                <a:cs typeface="Roboto Mono"/>
                <a:sym typeface="Roboto Mono"/>
              </a:rPr>
              <a:t>hours_per_week</a:t>
            </a:r>
            <a:r>
              <a:rPr lang="en" sz="1500" dirty="0">
                <a:solidFill>
                  <a:schemeClr val="dk1"/>
                </a:solidFill>
                <a:highlight>
                  <a:schemeClr val="lt1"/>
                </a:highlight>
                <a:latin typeface="Roboto"/>
                <a:ea typeface="Roboto"/>
                <a:cs typeface="Roboto"/>
                <a:sym typeface="Roboto"/>
              </a:rPr>
              <a:t>) with the mean.</a:t>
            </a:r>
            <a:endParaRPr sz="1800" dirty="0">
              <a:solidFill>
                <a:schemeClr val="dk1"/>
              </a:solidFill>
              <a:highlight>
                <a:schemeClr val="lt1"/>
              </a:highlight>
            </a:endParaRPr>
          </a:p>
          <a:p>
            <a:pPr marL="457200" lvl="0" indent="-323850" algn="l" rtl="0">
              <a:lnSpc>
                <a:spcPct val="115000"/>
              </a:lnSpc>
              <a:spcBef>
                <a:spcPts val="0"/>
              </a:spcBef>
              <a:spcAft>
                <a:spcPts val="0"/>
              </a:spcAft>
              <a:buClr>
                <a:schemeClr val="dk1"/>
              </a:buClr>
              <a:buSzPts val="1500"/>
              <a:buChar char="-"/>
            </a:pPr>
            <a:r>
              <a:rPr lang="en" sz="1500" dirty="0">
                <a:solidFill>
                  <a:schemeClr val="dk1"/>
                </a:solidFill>
              </a:rPr>
              <a:t>Renamed columns, </a:t>
            </a:r>
            <a:r>
              <a:rPr lang="en" sz="1500" dirty="0">
                <a:solidFill>
                  <a:schemeClr val="dk1"/>
                </a:solidFill>
                <a:highlight>
                  <a:schemeClr val="lt1"/>
                </a:highlight>
                <a:latin typeface="Roboto"/>
                <a:ea typeface="Roboto"/>
                <a:cs typeface="Roboto"/>
                <a:sym typeface="Roboto"/>
              </a:rPr>
              <a:t>Removed </a:t>
            </a:r>
            <a:r>
              <a:rPr lang="en" sz="1250" dirty="0">
                <a:solidFill>
                  <a:schemeClr val="dk1"/>
                </a:solidFill>
                <a:highlight>
                  <a:schemeClr val="lt1"/>
                </a:highlight>
                <a:latin typeface="Roboto Mono"/>
                <a:ea typeface="Roboto Mono"/>
                <a:cs typeface="Roboto Mono"/>
                <a:sym typeface="Roboto Mono"/>
              </a:rPr>
              <a:t>race</a:t>
            </a:r>
            <a:r>
              <a:rPr lang="en" sz="1500" dirty="0">
                <a:solidFill>
                  <a:schemeClr val="dk1"/>
                </a:solidFill>
                <a:highlight>
                  <a:schemeClr val="lt1"/>
                </a:highlight>
                <a:latin typeface="Roboto"/>
                <a:ea typeface="Roboto"/>
                <a:cs typeface="Roboto"/>
                <a:sym typeface="Roboto"/>
              </a:rPr>
              <a:t> and </a:t>
            </a:r>
            <a:r>
              <a:rPr lang="en" sz="1250" dirty="0">
                <a:solidFill>
                  <a:schemeClr val="dk1"/>
                </a:solidFill>
                <a:highlight>
                  <a:schemeClr val="lt1"/>
                </a:highlight>
                <a:latin typeface="Roboto Mono"/>
                <a:ea typeface="Roboto Mono"/>
                <a:cs typeface="Roboto Mono"/>
                <a:sym typeface="Roboto Mono"/>
              </a:rPr>
              <a:t>native_country</a:t>
            </a:r>
            <a:r>
              <a:rPr lang="en" sz="1500" dirty="0">
                <a:solidFill>
                  <a:schemeClr val="dk1"/>
                </a:solidFill>
                <a:highlight>
                  <a:schemeClr val="lt1"/>
                </a:highlight>
                <a:latin typeface="Roboto"/>
                <a:ea typeface="Roboto"/>
                <a:cs typeface="Roboto"/>
                <a:sym typeface="Roboto"/>
              </a:rPr>
              <a:t> based on </a:t>
            </a:r>
            <a:r>
              <a:rPr lang="en" sz="1250" dirty="0">
                <a:solidFill>
                  <a:schemeClr val="dk1"/>
                </a:solidFill>
                <a:highlight>
                  <a:schemeClr val="lt1"/>
                </a:highlight>
                <a:latin typeface="Roboto Mono"/>
                <a:ea typeface="Roboto Mono"/>
                <a:cs typeface="Roboto Mono"/>
                <a:sym typeface="Roboto Mono"/>
              </a:rPr>
              <a:t>ExtraTreesClassifier</a:t>
            </a:r>
            <a:r>
              <a:rPr lang="en" sz="1500" dirty="0">
                <a:solidFill>
                  <a:schemeClr val="dk1"/>
                </a:solidFill>
                <a:highlight>
                  <a:schemeClr val="lt1"/>
                </a:highlight>
                <a:latin typeface="Roboto"/>
                <a:ea typeface="Roboto"/>
                <a:cs typeface="Roboto"/>
                <a:sym typeface="Roboto"/>
              </a:rPr>
              <a:t> feature importance</a:t>
            </a:r>
            <a:endParaRPr sz="1600" dirty="0">
              <a:solidFill>
                <a:schemeClr val="dk1"/>
              </a:solidFill>
              <a:highlight>
                <a:schemeClr val="lt1"/>
              </a:highlight>
            </a:endParaRPr>
          </a:p>
          <a:p>
            <a:pPr marL="457200" lvl="0" indent="-323850" algn="l" rtl="0">
              <a:lnSpc>
                <a:spcPct val="115000"/>
              </a:lnSpc>
              <a:spcBef>
                <a:spcPts val="0"/>
              </a:spcBef>
              <a:spcAft>
                <a:spcPts val="0"/>
              </a:spcAft>
              <a:buClr>
                <a:schemeClr val="dk1"/>
              </a:buClr>
              <a:buSzPts val="1500"/>
              <a:buChar char="-"/>
            </a:pPr>
            <a:r>
              <a:rPr lang="en" sz="1500" dirty="0">
                <a:solidFill>
                  <a:schemeClr val="dk1"/>
                </a:solidFill>
              </a:rPr>
              <a:t>Train-test split: 80-20%</a:t>
            </a:r>
            <a:endParaRPr sz="1500" dirty="0">
              <a:solidFill>
                <a:schemeClr val="dk1"/>
              </a:solidFill>
            </a:endParaRPr>
          </a:p>
          <a:p>
            <a:pPr marL="0" lvl="0" indent="0" algn="l" rtl="0">
              <a:spcBef>
                <a:spcPts val="1000"/>
              </a:spcBef>
              <a:spcAft>
                <a:spcPts val="0"/>
              </a:spcAft>
              <a:buNone/>
            </a:pPr>
            <a:endParaRPr sz="1600" b="1" dirty="0">
              <a:solidFill>
                <a:srgbClr val="0000FF"/>
              </a:solidFill>
              <a:highlight>
                <a:srgbClr val="FFFFFF"/>
              </a:highlight>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1"/>
          <p:cNvSpPr txBox="1">
            <a:spLocks noGrp="1"/>
          </p:cNvSpPr>
          <p:nvPr>
            <p:ph type="title"/>
          </p:nvPr>
        </p:nvSpPr>
        <p:spPr>
          <a:xfrm>
            <a:off x="457200" y="95875"/>
            <a:ext cx="8229600" cy="597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sz="2900" b="1"/>
              <a:t>Method/Technique used in paper</a:t>
            </a:r>
            <a:endParaRPr sz="2900" b="1"/>
          </a:p>
        </p:txBody>
      </p:sp>
      <p:sp>
        <p:nvSpPr>
          <p:cNvPr id="136" name="Google Shape;136;p31"/>
          <p:cNvSpPr txBox="1">
            <a:spLocks noGrp="1"/>
          </p:cNvSpPr>
          <p:nvPr>
            <p:ph type="body" idx="1"/>
          </p:nvPr>
        </p:nvSpPr>
        <p:spPr>
          <a:xfrm>
            <a:off x="457200" y="792725"/>
            <a:ext cx="8229600" cy="42144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1000"/>
              </a:spcBef>
              <a:spcAft>
                <a:spcPts val="0"/>
              </a:spcAft>
              <a:buNone/>
            </a:pPr>
            <a:r>
              <a:rPr lang="en" sz="1600">
                <a:solidFill>
                  <a:schemeClr val="dk1"/>
                </a:solidFill>
              </a:rPr>
              <a:t>Paper relies on scikit-learn’s GBC.</a:t>
            </a:r>
            <a:endParaRPr sz="1600">
              <a:solidFill>
                <a:schemeClr val="dk1"/>
              </a:solidFill>
            </a:endParaRPr>
          </a:p>
          <a:p>
            <a:pPr marL="457200" lvl="0" indent="-330200" algn="l" rtl="0">
              <a:lnSpc>
                <a:spcPct val="115000"/>
              </a:lnSpc>
              <a:spcBef>
                <a:spcPts val="1000"/>
              </a:spcBef>
              <a:spcAft>
                <a:spcPts val="0"/>
              </a:spcAft>
              <a:buClr>
                <a:schemeClr val="dk1"/>
              </a:buClr>
              <a:buSzPts val="1600"/>
              <a:buFont typeface="Roboto"/>
              <a:buChar char="●"/>
            </a:pPr>
            <a:r>
              <a:rPr lang="en" sz="1600" b="1">
                <a:solidFill>
                  <a:schemeClr val="dk1"/>
                </a:solidFill>
                <a:highlight>
                  <a:schemeClr val="lt1"/>
                </a:highlight>
                <a:latin typeface="Roboto"/>
                <a:ea typeface="Roboto"/>
                <a:cs typeface="Roboto"/>
                <a:sym typeface="Roboto"/>
              </a:rPr>
              <a:t>Intuition</a:t>
            </a:r>
            <a:r>
              <a:rPr lang="en" sz="1600">
                <a:solidFill>
                  <a:schemeClr val="dk1"/>
                </a:solidFill>
                <a:highlight>
                  <a:schemeClr val="lt1"/>
                </a:highlight>
                <a:latin typeface="Roboto"/>
                <a:ea typeface="Roboto"/>
                <a:cs typeface="Roboto"/>
                <a:sym typeface="Roboto"/>
              </a:rPr>
              <a:t>: Sequential Error correction, Weighted voting of Weak learners, Gradient Optimization                                                                                                                        GBC builds decision trees </a:t>
            </a:r>
            <a:r>
              <a:rPr lang="en" sz="1600" b="1">
                <a:solidFill>
                  <a:schemeClr val="dk1"/>
                </a:solidFill>
                <a:highlight>
                  <a:schemeClr val="lt1"/>
                </a:highlight>
                <a:latin typeface="Roboto"/>
                <a:ea typeface="Roboto"/>
                <a:cs typeface="Roboto"/>
                <a:sym typeface="Roboto"/>
              </a:rPr>
              <a:t>sequentially</a:t>
            </a:r>
            <a:r>
              <a:rPr lang="en" sz="1600">
                <a:solidFill>
                  <a:schemeClr val="dk1"/>
                </a:solidFill>
                <a:highlight>
                  <a:schemeClr val="lt1"/>
                </a:highlight>
                <a:latin typeface="Roboto"/>
                <a:ea typeface="Roboto"/>
                <a:cs typeface="Roboto"/>
                <a:sym typeface="Roboto"/>
              </a:rPr>
              <a:t> (not independently), where each new tree corrects errors made by the previous ones. Combines multiple weak learners  into a strong ensemble by assigning </a:t>
            </a:r>
            <a:r>
              <a:rPr lang="en" sz="1600" b="1">
                <a:solidFill>
                  <a:schemeClr val="dk1"/>
                </a:solidFill>
                <a:highlight>
                  <a:schemeClr val="lt1"/>
                </a:highlight>
                <a:latin typeface="Roboto"/>
                <a:ea typeface="Roboto"/>
                <a:cs typeface="Roboto"/>
                <a:sym typeface="Roboto"/>
              </a:rPr>
              <a:t>higher weights</a:t>
            </a:r>
            <a:r>
              <a:rPr lang="en" sz="1600">
                <a:solidFill>
                  <a:schemeClr val="dk1"/>
                </a:solidFill>
                <a:highlight>
                  <a:schemeClr val="lt1"/>
                </a:highlight>
                <a:latin typeface="Roboto"/>
                <a:ea typeface="Roboto"/>
                <a:cs typeface="Roboto"/>
                <a:sym typeface="Roboto"/>
              </a:rPr>
              <a:t> to trees with better performance. Minimizes loss function using </a:t>
            </a:r>
            <a:r>
              <a:rPr lang="en" sz="1600" b="1">
                <a:solidFill>
                  <a:schemeClr val="dk1"/>
                </a:solidFill>
                <a:highlight>
                  <a:schemeClr val="lt1"/>
                </a:highlight>
                <a:latin typeface="Roboto"/>
                <a:ea typeface="Roboto"/>
                <a:cs typeface="Roboto"/>
                <a:sym typeface="Roboto"/>
              </a:rPr>
              <a:t>gradient descent</a:t>
            </a:r>
            <a:r>
              <a:rPr lang="en" sz="1600">
                <a:solidFill>
                  <a:schemeClr val="dk1"/>
                </a:solidFill>
                <a:highlight>
                  <a:schemeClr val="lt1"/>
                </a:highlight>
                <a:latin typeface="Roboto"/>
                <a:ea typeface="Roboto"/>
                <a:cs typeface="Roboto"/>
                <a:sym typeface="Roboto"/>
              </a:rPr>
              <a:t>, adjusting tree parameters to reduce errors directionally.</a:t>
            </a:r>
            <a:endParaRPr sz="2600">
              <a:solidFill>
                <a:schemeClr val="dk1"/>
              </a:solidFill>
              <a:highlight>
                <a:schemeClr val="lt1"/>
              </a:highlight>
              <a:latin typeface="Roboto"/>
              <a:ea typeface="Roboto"/>
              <a:cs typeface="Roboto"/>
              <a:sym typeface="Roboto"/>
            </a:endParaRPr>
          </a:p>
          <a:p>
            <a:pPr marL="457200" lvl="0" indent="-336550" algn="l" rtl="0">
              <a:lnSpc>
                <a:spcPct val="115000"/>
              </a:lnSpc>
              <a:spcBef>
                <a:spcPts val="0"/>
              </a:spcBef>
              <a:spcAft>
                <a:spcPts val="0"/>
              </a:spcAft>
              <a:buClr>
                <a:schemeClr val="dk1"/>
              </a:buClr>
              <a:buSzPts val="1700"/>
              <a:buFont typeface="Roboto"/>
              <a:buChar char="●"/>
            </a:pPr>
            <a:r>
              <a:rPr lang="en" sz="1600" b="1">
                <a:solidFill>
                  <a:schemeClr val="dk1"/>
                </a:solidFill>
                <a:highlight>
                  <a:schemeClr val="lt1"/>
                </a:highlight>
                <a:latin typeface="Roboto"/>
                <a:ea typeface="Roboto"/>
                <a:cs typeface="Roboto"/>
                <a:sym typeface="Roboto"/>
              </a:rPr>
              <a:t>Paper’s Use</a:t>
            </a:r>
            <a:r>
              <a:rPr lang="en" sz="1600">
                <a:solidFill>
                  <a:schemeClr val="dk1"/>
                </a:solidFill>
                <a:highlight>
                  <a:schemeClr val="lt1"/>
                </a:highlight>
                <a:latin typeface="Roboto"/>
                <a:ea typeface="Roboto"/>
                <a:cs typeface="Roboto"/>
                <a:sym typeface="Roboto"/>
              </a:rPr>
              <a:t>: The model iteratively fits residuals (errors) of the prior tree, refining predictions step-by-step. This reduces bias and improves accuracy (achieving 88% approx</a:t>
            </a:r>
            <a:r>
              <a:rPr lang="en" sz="1500">
                <a:solidFill>
                  <a:schemeClr val="dk1"/>
                </a:solidFill>
                <a:highlight>
                  <a:schemeClr val="lt1"/>
                </a:highlight>
                <a:latin typeface="Roboto"/>
                <a:ea typeface="Roboto"/>
                <a:cs typeface="Roboto"/>
                <a:sym typeface="Roboto"/>
              </a:rPr>
              <a:t>Trees with lower error (</a:t>
            </a:r>
            <a:r>
              <a:rPr lang="en" sz="1250">
                <a:solidFill>
                  <a:schemeClr val="dk1"/>
                </a:solidFill>
                <a:highlight>
                  <a:schemeClr val="lt1"/>
                </a:highlight>
                <a:latin typeface="Roboto Mono"/>
                <a:ea typeface="Roboto Mono"/>
                <a:cs typeface="Roboto Mono"/>
                <a:sym typeface="Roboto Mono"/>
              </a:rPr>
              <a:t>ϵₜ</a:t>
            </a:r>
            <a:r>
              <a:rPr lang="en" sz="1500">
                <a:solidFill>
                  <a:schemeClr val="dk1"/>
                </a:solidFill>
                <a:highlight>
                  <a:schemeClr val="lt1"/>
                </a:highlight>
                <a:latin typeface="Roboto"/>
                <a:ea typeface="Roboto"/>
                <a:cs typeface="Roboto"/>
                <a:sym typeface="Roboto"/>
              </a:rPr>
              <a:t>) contribute more to the final prediction. Employs </a:t>
            </a:r>
            <a:r>
              <a:rPr lang="en" sz="1500" b="1">
                <a:solidFill>
                  <a:schemeClr val="dk1"/>
                </a:solidFill>
                <a:highlight>
                  <a:schemeClr val="lt1"/>
                </a:highlight>
                <a:latin typeface="Roboto"/>
                <a:ea typeface="Roboto"/>
                <a:cs typeface="Roboto"/>
                <a:sym typeface="Roboto"/>
              </a:rPr>
              <a:t>grid search</a:t>
            </a:r>
            <a:r>
              <a:rPr lang="en" sz="1500">
                <a:solidFill>
                  <a:schemeClr val="dk1"/>
                </a:solidFill>
                <a:highlight>
                  <a:schemeClr val="lt1"/>
                </a:highlight>
                <a:latin typeface="Roboto"/>
                <a:ea typeface="Roboto"/>
                <a:cs typeface="Roboto"/>
                <a:sym typeface="Roboto"/>
              </a:rPr>
              <a:t> to tune hyperparameters (</a:t>
            </a:r>
            <a:r>
              <a:rPr lang="en" sz="1350">
                <a:solidFill>
                  <a:schemeClr val="dk1"/>
                </a:solidFill>
                <a:highlight>
                  <a:schemeClr val="lt1"/>
                </a:highlight>
                <a:latin typeface="Roboto Mono"/>
                <a:ea typeface="Roboto Mono"/>
                <a:cs typeface="Roboto Mono"/>
                <a:sym typeface="Roboto Mono"/>
              </a:rPr>
              <a:t>n_estimators=250</a:t>
            </a:r>
            <a:r>
              <a:rPr lang="en" sz="1500">
                <a:solidFill>
                  <a:schemeClr val="dk1"/>
                </a:solidFill>
                <a:highlight>
                  <a:schemeClr val="lt1"/>
                </a:highlight>
                <a:latin typeface="Roboto"/>
                <a:ea typeface="Roboto"/>
                <a:cs typeface="Roboto"/>
                <a:sym typeface="Roboto"/>
              </a:rPr>
              <a:t>, </a:t>
            </a:r>
            <a:r>
              <a:rPr lang="en" sz="1350">
                <a:solidFill>
                  <a:schemeClr val="dk1"/>
                </a:solidFill>
                <a:highlight>
                  <a:schemeClr val="lt1"/>
                </a:highlight>
                <a:latin typeface="Roboto Mono"/>
                <a:ea typeface="Roboto Mono"/>
                <a:cs typeface="Roboto Mono"/>
                <a:sym typeface="Roboto Mono"/>
              </a:rPr>
              <a:t>max_depth=4</a:t>
            </a:r>
            <a:r>
              <a:rPr lang="en" sz="1500">
                <a:solidFill>
                  <a:schemeClr val="dk1"/>
                </a:solidFill>
                <a:highlight>
                  <a:schemeClr val="lt1"/>
                </a:highlight>
                <a:latin typeface="Roboto"/>
                <a:ea typeface="Roboto"/>
                <a:cs typeface="Roboto"/>
                <a:sym typeface="Roboto"/>
              </a:rPr>
              <a:t>), balancing underfitting and overfitting.</a:t>
            </a:r>
            <a:endParaRPr sz="1500">
              <a:solidFill>
                <a:schemeClr val="dk1"/>
              </a:solidFill>
              <a:highlight>
                <a:schemeClr val="lt1"/>
              </a:highlight>
              <a:latin typeface="Roboto"/>
              <a:ea typeface="Roboto"/>
              <a:cs typeface="Roboto"/>
              <a:sym typeface="Roboto"/>
            </a:endParaRPr>
          </a:p>
          <a:p>
            <a:pPr marL="457200" lvl="0" indent="0" algn="l" rtl="0">
              <a:lnSpc>
                <a:spcPct val="115000"/>
              </a:lnSpc>
              <a:spcBef>
                <a:spcPts val="1300"/>
              </a:spcBef>
              <a:spcAft>
                <a:spcPts val="0"/>
              </a:spcAft>
              <a:buNone/>
            </a:pPr>
            <a:endParaRPr sz="1200">
              <a:solidFill>
                <a:srgbClr val="F8FAFF"/>
              </a:solidFill>
              <a:highlight>
                <a:srgbClr val="292A2D"/>
              </a:highlight>
              <a:latin typeface="Roboto"/>
              <a:ea typeface="Roboto"/>
              <a:cs typeface="Roboto"/>
              <a:sym typeface="Roboto"/>
            </a:endParaRPr>
          </a:p>
          <a:p>
            <a:pPr marL="457200" lvl="0" indent="0" algn="l" rtl="0">
              <a:lnSpc>
                <a:spcPct val="100000"/>
              </a:lnSpc>
              <a:spcBef>
                <a:spcPts val="1000"/>
              </a:spcBef>
              <a:spcAft>
                <a:spcPts val="1000"/>
              </a:spcAft>
              <a:buNone/>
            </a:pPr>
            <a:endParaRPr sz="17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2"/>
          <p:cNvSpPr txBox="1">
            <a:spLocks noGrp="1"/>
          </p:cNvSpPr>
          <p:nvPr>
            <p:ph type="title"/>
          </p:nvPr>
        </p:nvSpPr>
        <p:spPr>
          <a:xfrm>
            <a:off x="457200" y="95875"/>
            <a:ext cx="8229600" cy="431400"/>
          </a:xfrm>
          <a:prstGeom prst="rect">
            <a:avLst/>
          </a:prstGeom>
          <a:noFill/>
          <a:ln>
            <a:noFill/>
          </a:ln>
        </p:spPr>
        <p:txBody>
          <a:bodyPr spcFirstLastPara="1" wrap="square" lIns="91425" tIns="45700" rIns="91425" bIns="45700" anchor="ctr" anchorCtr="0">
            <a:noAutofit/>
          </a:bodyPr>
          <a:lstStyle/>
          <a:p>
            <a:pPr marL="0" lvl="0" indent="457200" algn="l" rtl="0">
              <a:lnSpc>
                <a:spcPct val="100000"/>
              </a:lnSpc>
              <a:spcBef>
                <a:spcPts val="0"/>
              </a:spcBef>
              <a:spcAft>
                <a:spcPts val="0"/>
              </a:spcAft>
              <a:buSzPts val="1400"/>
              <a:buNone/>
            </a:pPr>
            <a:r>
              <a:rPr lang="en" sz="3000" b="1"/>
              <a:t>Improvements over the paper</a:t>
            </a:r>
            <a:endParaRPr sz="3000" b="1"/>
          </a:p>
        </p:txBody>
      </p:sp>
      <p:sp>
        <p:nvSpPr>
          <p:cNvPr id="142" name="Google Shape;142;p32"/>
          <p:cNvSpPr txBox="1">
            <a:spLocks noGrp="1"/>
          </p:cNvSpPr>
          <p:nvPr>
            <p:ph type="body" idx="4294967295"/>
          </p:nvPr>
        </p:nvSpPr>
        <p:spPr>
          <a:xfrm>
            <a:off x="457200" y="582550"/>
            <a:ext cx="8229600" cy="4369200"/>
          </a:xfrm>
          <a:prstGeom prst="rect">
            <a:avLst/>
          </a:prstGeom>
          <a:noFill/>
          <a:ln>
            <a:noFill/>
          </a:ln>
        </p:spPr>
        <p:txBody>
          <a:bodyPr spcFirstLastPara="1" wrap="square" lIns="91425" tIns="45700" rIns="91425" bIns="45700" anchor="t" anchorCtr="0">
            <a:noAutofit/>
          </a:bodyPr>
          <a:lstStyle/>
          <a:p>
            <a:pPr marL="457200" lvl="0" indent="-330200" algn="l" rtl="0">
              <a:lnSpc>
                <a:spcPct val="115000"/>
              </a:lnSpc>
              <a:spcBef>
                <a:spcPts val="1000"/>
              </a:spcBef>
              <a:spcAft>
                <a:spcPts val="0"/>
              </a:spcAft>
              <a:buClr>
                <a:schemeClr val="dk1"/>
              </a:buClr>
              <a:buSzPts val="1600"/>
              <a:buFont typeface="Helvetica Neue"/>
              <a:buAutoNum type="arabicPeriod"/>
            </a:pPr>
            <a:r>
              <a:rPr lang="en" sz="1600" b="1">
                <a:solidFill>
                  <a:schemeClr val="dk1"/>
                </a:solidFill>
                <a:highlight>
                  <a:srgbClr val="FFFFFF"/>
                </a:highlight>
                <a:latin typeface="Helvetica Neue"/>
                <a:ea typeface="Helvetica Neue"/>
                <a:cs typeface="Helvetica Neue"/>
                <a:sym typeface="Helvetica Neue"/>
              </a:rPr>
              <a:t>XGBoost Implementation : </a:t>
            </a:r>
            <a:r>
              <a:rPr lang="en" sz="1600">
                <a:solidFill>
                  <a:schemeClr val="dk1"/>
                </a:solidFill>
                <a:highlight>
                  <a:srgbClr val="FFFFFF"/>
                </a:highlight>
                <a:latin typeface="Helvetica Neue"/>
                <a:ea typeface="Helvetica Neue"/>
                <a:cs typeface="Helvetica Neue"/>
                <a:sym typeface="Helvetica Neue"/>
              </a:rPr>
              <a:t>Regularisation, Parallel Processing, Handling missing values, Tree Pruning</a:t>
            </a:r>
            <a:endParaRPr sz="1600">
              <a:solidFill>
                <a:schemeClr val="dk1"/>
              </a:solidFill>
              <a:highlight>
                <a:srgbClr val="FFFFFF"/>
              </a:highlight>
              <a:latin typeface="Helvetica Neue"/>
              <a:ea typeface="Helvetica Neue"/>
              <a:cs typeface="Helvetica Neue"/>
              <a:sym typeface="Helvetica Neue"/>
            </a:endParaRPr>
          </a:p>
          <a:p>
            <a:pPr marL="914400" lvl="0" indent="0" algn="l" rtl="0">
              <a:lnSpc>
                <a:spcPct val="115000"/>
              </a:lnSpc>
              <a:spcBef>
                <a:spcPts val="1000"/>
              </a:spcBef>
              <a:spcAft>
                <a:spcPts val="0"/>
              </a:spcAft>
              <a:buNone/>
            </a:pPr>
            <a:r>
              <a:rPr lang="en" sz="1600">
                <a:solidFill>
                  <a:schemeClr val="dk1"/>
                </a:solidFill>
                <a:highlight>
                  <a:schemeClr val="lt1"/>
                </a:highlight>
                <a:latin typeface="Roboto"/>
                <a:ea typeface="Roboto"/>
                <a:cs typeface="Roboto"/>
                <a:sym typeface="Roboto"/>
              </a:rPr>
              <a:t>XGBoost includes L1/L2 regularization to reduce overfitting (unlike traditional GBC). Builds trees in parallel (faster than GBC’s sequential approach). Automatically learns to impute missing data during training. Uses depth-first tree growth with backward pruning (more efficient than GBC’s greedy approach).</a:t>
            </a:r>
            <a:endParaRPr sz="1600">
              <a:solidFill>
                <a:schemeClr val="dk1"/>
              </a:solidFill>
              <a:highlight>
                <a:schemeClr val="lt1"/>
              </a:highlight>
              <a:latin typeface="Roboto"/>
              <a:ea typeface="Roboto"/>
              <a:cs typeface="Roboto"/>
              <a:sym typeface="Roboto"/>
            </a:endParaRPr>
          </a:p>
          <a:p>
            <a:pPr marL="0" lvl="0" indent="0" algn="l" rtl="0">
              <a:lnSpc>
                <a:spcPct val="115000"/>
              </a:lnSpc>
              <a:spcBef>
                <a:spcPts val="1000"/>
              </a:spcBef>
              <a:spcAft>
                <a:spcPts val="0"/>
              </a:spcAft>
              <a:buNone/>
            </a:pPr>
            <a:r>
              <a:rPr lang="en" sz="1700" b="1">
                <a:solidFill>
                  <a:schemeClr val="dk1"/>
                </a:solidFill>
                <a:highlight>
                  <a:schemeClr val="lt1"/>
                </a:highlight>
                <a:latin typeface="Roboto"/>
                <a:ea typeface="Roboto"/>
                <a:cs typeface="Roboto"/>
                <a:sym typeface="Roboto"/>
              </a:rPr>
              <a:t>2.  </a:t>
            </a:r>
            <a:r>
              <a:rPr lang="en" sz="1600" b="1">
                <a:solidFill>
                  <a:schemeClr val="dk1"/>
                </a:solidFill>
                <a:highlight>
                  <a:schemeClr val="lt1"/>
                </a:highlight>
                <a:latin typeface="Roboto"/>
                <a:ea typeface="Roboto"/>
                <a:cs typeface="Roboto"/>
                <a:sym typeface="Roboto"/>
              </a:rPr>
              <a:t> LightGBM Implementation :</a:t>
            </a:r>
            <a:endParaRPr sz="1600" b="1">
              <a:solidFill>
                <a:schemeClr val="dk1"/>
              </a:solidFill>
              <a:highlight>
                <a:schemeClr val="lt1"/>
              </a:highlight>
              <a:latin typeface="Roboto"/>
              <a:ea typeface="Roboto"/>
              <a:cs typeface="Roboto"/>
              <a:sym typeface="Roboto"/>
            </a:endParaRPr>
          </a:p>
          <a:p>
            <a:pPr marL="457200" lvl="0" indent="0" algn="l" rtl="0">
              <a:lnSpc>
                <a:spcPct val="115000"/>
              </a:lnSpc>
              <a:spcBef>
                <a:spcPts val="1000"/>
              </a:spcBef>
              <a:spcAft>
                <a:spcPts val="0"/>
              </a:spcAft>
              <a:buNone/>
            </a:pPr>
            <a:r>
              <a:rPr lang="en" sz="1600">
                <a:solidFill>
                  <a:schemeClr val="dk1"/>
                </a:solidFill>
                <a:highlight>
                  <a:schemeClr val="lt1"/>
                </a:highlight>
                <a:latin typeface="Roboto"/>
                <a:ea typeface="Roboto"/>
                <a:cs typeface="Roboto"/>
                <a:sym typeface="Roboto"/>
              </a:rPr>
              <a:t>Uses </a:t>
            </a:r>
            <a:r>
              <a:rPr lang="en" sz="1600" b="1">
                <a:solidFill>
                  <a:schemeClr val="dk1"/>
                </a:solidFill>
                <a:highlight>
                  <a:schemeClr val="lt1"/>
                </a:highlight>
                <a:latin typeface="Roboto"/>
                <a:ea typeface="Roboto"/>
                <a:cs typeface="Roboto"/>
                <a:sym typeface="Roboto"/>
              </a:rPr>
              <a:t>Gradient-Based One-Side Sampling (GOSS)</a:t>
            </a:r>
            <a:r>
              <a:rPr lang="en" sz="1600">
                <a:solidFill>
                  <a:schemeClr val="dk1"/>
                </a:solidFill>
                <a:highlight>
                  <a:schemeClr val="lt1"/>
                </a:highlight>
                <a:latin typeface="Roboto"/>
                <a:ea typeface="Roboto"/>
                <a:cs typeface="Roboto"/>
                <a:sym typeface="Roboto"/>
              </a:rPr>
              <a:t> and </a:t>
            </a:r>
            <a:r>
              <a:rPr lang="en" sz="1600" b="1">
                <a:solidFill>
                  <a:schemeClr val="dk1"/>
                </a:solidFill>
                <a:highlight>
                  <a:schemeClr val="lt1"/>
                </a:highlight>
                <a:latin typeface="Roboto"/>
                <a:ea typeface="Roboto"/>
                <a:cs typeface="Roboto"/>
                <a:sym typeface="Roboto"/>
              </a:rPr>
              <a:t>Exclusive Feature Bundling (EFB)</a:t>
            </a:r>
            <a:r>
              <a:rPr lang="en" sz="1600">
                <a:solidFill>
                  <a:schemeClr val="dk1"/>
                </a:solidFill>
                <a:highlight>
                  <a:schemeClr val="lt1"/>
                </a:highlight>
                <a:latin typeface="Roboto"/>
                <a:ea typeface="Roboto"/>
                <a:cs typeface="Roboto"/>
                <a:sym typeface="Roboto"/>
              </a:rPr>
              <a:t> to optimize training speed and memory usage. GOSS keeps data instances with large gradients (hard-to-predict samples) and randomly drops others . </a:t>
            </a:r>
            <a:r>
              <a:rPr lang="en" sz="1600" b="1">
                <a:solidFill>
                  <a:schemeClr val="dk1"/>
                </a:solidFill>
                <a:highlight>
                  <a:schemeClr val="lt1"/>
                </a:highlight>
                <a:latin typeface="Roboto"/>
                <a:ea typeface="Roboto"/>
                <a:cs typeface="Roboto"/>
                <a:sym typeface="Roboto"/>
              </a:rPr>
              <a:t>Leaf-wise growth</a:t>
            </a:r>
            <a:r>
              <a:rPr lang="en" sz="1600">
                <a:solidFill>
                  <a:schemeClr val="dk1"/>
                </a:solidFill>
                <a:highlight>
                  <a:schemeClr val="lt1"/>
                </a:highlight>
                <a:latin typeface="Roboto"/>
                <a:ea typeface="Roboto"/>
                <a:cs typeface="Roboto"/>
                <a:sym typeface="Roboto"/>
              </a:rPr>
              <a:t>  Expands the tree by splitting the leaf that reduces loss the most, leading to higher accuracy but slightly higher risk of overfitting on small datasets.Best for </a:t>
            </a:r>
            <a:r>
              <a:rPr lang="en" sz="1600" b="1">
                <a:solidFill>
                  <a:schemeClr val="dk1"/>
                </a:solidFill>
                <a:highlight>
                  <a:schemeClr val="lt1"/>
                </a:highlight>
                <a:latin typeface="Roboto"/>
                <a:ea typeface="Roboto"/>
                <a:cs typeface="Roboto"/>
                <a:sym typeface="Roboto"/>
              </a:rPr>
              <a:t>large datasets</a:t>
            </a:r>
            <a:r>
              <a:rPr lang="en" sz="1600">
                <a:solidFill>
                  <a:schemeClr val="dk1"/>
                </a:solidFill>
                <a:highlight>
                  <a:schemeClr val="lt1"/>
                </a:highlight>
                <a:latin typeface="Roboto"/>
                <a:ea typeface="Roboto"/>
                <a:cs typeface="Roboto"/>
                <a:sym typeface="Roboto"/>
              </a:rPr>
              <a:t> (e.g., &gt;10K rows) where speed is critical.</a:t>
            </a:r>
            <a:endParaRPr sz="1600">
              <a:solidFill>
                <a:schemeClr val="dk1"/>
              </a:solidFill>
              <a:highlight>
                <a:schemeClr val="lt1"/>
              </a:highlight>
              <a:latin typeface="Roboto"/>
              <a:ea typeface="Roboto"/>
              <a:cs typeface="Roboto"/>
              <a:sym typeface="Roboto"/>
            </a:endParaRPr>
          </a:p>
          <a:p>
            <a:pPr marL="457200" lvl="0" indent="0" algn="l" rtl="0">
              <a:lnSpc>
                <a:spcPct val="115000"/>
              </a:lnSpc>
              <a:spcBef>
                <a:spcPts val="300"/>
              </a:spcBef>
              <a:spcAft>
                <a:spcPts val="0"/>
              </a:spcAft>
              <a:buNone/>
            </a:pPr>
            <a:endParaRPr sz="1200">
              <a:solidFill>
                <a:srgbClr val="F8FAFF"/>
              </a:solidFill>
              <a:highlight>
                <a:srgbClr val="292A2D"/>
              </a:highlight>
              <a:latin typeface="Roboto"/>
              <a:ea typeface="Roboto"/>
              <a:cs typeface="Roboto"/>
              <a:sym typeface="Roboto"/>
            </a:endParaRPr>
          </a:p>
          <a:p>
            <a:pPr marL="457200" lvl="0" indent="0" algn="l" rtl="0">
              <a:lnSpc>
                <a:spcPct val="115000"/>
              </a:lnSpc>
              <a:spcBef>
                <a:spcPts val="300"/>
              </a:spcBef>
              <a:spcAft>
                <a:spcPts val="0"/>
              </a:spcAft>
              <a:buNone/>
            </a:pPr>
            <a:endParaRPr sz="1200">
              <a:solidFill>
                <a:srgbClr val="F8FAFF"/>
              </a:solidFill>
              <a:highlight>
                <a:srgbClr val="292A2D"/>
              </a:highlight>
              <a:latin typeface="Roboto"/>
              <a:ea typeface="Roboto"/>
              <a:cs typeface="Roboto"/>
              <a:sym typeface="Roboto"/>
            </a:endParaRPr>
          </a:p>
          <a:p>
            <a:pPr marL="457200" lvl="0" indent="0" algn="l" rtl="0">
              <a:lnSpc>
                <a:spcPct val="115000"/>
              </a:lnSpc>
              <a:spcBef>
                <a:spcPts val="300"/>
              </a:spcBef>
              <a:spcAft>
                <a:spcPts val="0"/>
              </a:spcAft>
              <a:buNone/>
            </a:pPr>
            <a:endParaRPr sz="1200">
              <a:solidFill>
                <a:srgbClr val="F8FAFF"/>
              </a:solidFill>
              <a:highlight>
                <a:srgbClr val="292A2D"/>
              </a:highlight>
              <a:latin typeface="Roboto"/>
              <a:ea typeface="Roboto"/>
              <a:cs typeface="Roboto"/>
              <a:sym typeface="Roboto"/>
            </a:endParaRPr>
          </a:p>
          <a:p>
            <a:pPr marL="0" lvl="0" indent="0" algn="l" rtl="0">
              <a:lnSpc>
                <a:spcPct val="115000"/>
              </a:lnSpc>
              <a:spcBef>
                <a:spcPts val="1000"/>
              </a:spcBef>
              <a:spcAft>
                <a:spcPts val="0"/>
              </a:spcAft>
              <a:buNone/>
            </a:pPr>
            <a:endParaRPr sz="1700" b="1">
              <a:solidFill>
                <a:schemeClr val="dk1"/>
              </a:solidFill>
              <a:highlight>
                <a:schemeClr val="lt1"/>
              </a:highlight>
              <a:latin typeface="Roboto"/>
              <a:ea typeface="Roboto"/>
              <a:cs typeface="Roboto"/>
              <a:sym typeface="Roboto"/>
            </a:endParaRPr>
          </a:p>
          <a:p>
            <a:pPr marL="0" lvl="0" indent="0" algn="l" rtl="0">
              <a:lnSpc>
                <a:spcPct val="115000"/>
              </a:lnSpc>
              <a:spcBef>
                <a:spcPts val="1000"/>
              </a:spcBef>
              <a:spcAft>
                <a:spcPts val="0"/>
              </a:spcAft>
              <a:buNone/>
            </a:pPr>
            <a:r>
              <a:rPr lang="en" sz="1700" b="1">
                <a:solidFill>
                  <a:schemeClr val="dk1"/>
                </a:solidFill>
                <a:highlight>
                  <a:schemeClr val="lt1"/>
                </a:highlight>
                <a:latin typeface="Roboto"/>
                <a:ea typeface="Roboto"/>
                <a:cs typeface="Roboto"/>
                <a:sym typeface="Roboto"/>
              </a:rPr>
              <a:t>	</a:t>
            </a:r>
            <a:endParaRPr sz="1200">
              <a:solidFill>
                <a:srgbClr val="F8FAFF"/>
              </a:solidFill>
              <a:highlight>
                <a:srgbClr val="292A2D"/>
              </a:highlight>
              <a:latin typeface="Roboto"/>
              <a:ea typeface="Roboto"/>
              <a:cs typeface="Roboto"/>
              <a:sym typeface="Roboto"/>
            </a:endParaRPr>
          </a:p>
          <a:p>
            <a:pPr marL="0" lvl="0" indent="0" algn="l" rtl="0">
              <a:lnSpc>
                <a:spcPct val="115000"/>
              </a:lnSpc>
              <a:spcBef>
                <a:spcPts val="1000"/>
              </a:spcBef>
              <a:spcAft>
                <a:spcPts val="0"/>
              </a:spcAft>
              <a:buNone/>
            </a:pPr>
            <a:endParaRPr sz="1700" b="1">
              <a:solidFill>
                <a:schemeClr val="dk1"/>
              </a:solidFill>
              <a:highlight>
                <a:schemeClr val="lt1"/>
              </a:highlight>
              <a:latin typeface="Roboto"/>
              <a:ea typeface="Roboto"/>
              <a:cs typeface="Roboto"/>
              <a:sym typeface="Roboto"/>
            </a:endParaRPr>
          </a:p>
          <a:p>
            <a:pPr marL="914400" lvl="0" indent="0" algn="l" rtl="0">
              <a:lnSpc>
                <a:spcPct val="115000"/>
              </a:lnSpc>
              <a:spcBef>
                <a:spcPts val="1000"/>
              </a:spcBef>
              <a:spcAft>
                <a:spcPts val="0"/>
              </a:spcAft>
              <a:buNone/>
            </a:pPr>
            <a:endParaRPr sz="1200">
              <a:solidFill>
                <a:srgbClr val="F8FAFF"/>
              </a:solidFill>
              <a:highlight>
                <a:srgbClr val="292A2D"/>
              </a:highlight>
              <a:latin typeface="Roboto"/>
              <a:ea typeface="Roboto"/>
              <a:cs typeface="Roboto"/>
              <a:sym typeface="Roboto"/>
            </a:endParaRPr>
          </a:p>
          <a:p>
            <a:pPr marL="914400" lvl="0" indent="0" algn="l" rtl="0">
              <a:lnSpc>
                <a:spcPct val="115000"/>
              </a:lnSpc>
              <a:spcBef>
                <a:spcPts val="1000"/>
              </a:spcBef>
              <a:spcAft>
                <a:spcPts val="0"/>
              </a:spcAft>
              <a:buNone/>
            </a:pPr>
            <a:endParaRPr sz="1700">
              <a:solidFill>
                <a:schemeClr val="dk1"/>
              </a:solidFill>
              <a:highlight>
                <a:srgbClr val="FFFFFF"/>
              </a:highlight>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20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3"/>
          <p:cNvSpPr txBox="1">
            <a:spLocks noGrp="1"/>
          </p:cNvSpPr>
          <p:nvPr>
            <p:ph type="title"/>
          </p:nvPr>
        </p:nvSpPr>
        <p:spPr>
          <a:xfrm>
            <a:off x="457200" y="-260648"/>
            <a:ext cx="8229600" cy="317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
              <a:t>   </a:t>
            </a:r>
            <a:endParaRPr/>
          </a:p>
        </p:txBody>
      </p:sp>
      <p:sp>
        <p:nvSpPr>
          <p:cNvPr id="148" name="Google Shape;148;p33"/>
          <p:cNvSpPr txBox="1">
            <a:spLocks noGrp="1"/>
          </p:cNvSpPr>
          <p:nvPr>
            <p:ph type="body" idx="1"/>
          </p:nvPr>
        </p:nvSpPr>
        <p:spPr>
          <a:xfrm>
            <a:off x="457200" y="512575"/>
            <a:ext cx="8229600" cy="40821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None/>
            </a:pPr>
            <a:r>
              <a:rPr lang="en" sz="1700" b="1">
                <a:solidFill>
                  <a:schemeClr val="dk1"/>
                </a:solidFill>
              </a:rPr>
              <a:t>3.  Voting Classifier :</a:t>
            </a:r>
            <a:endParaRPr sz="1700" b="1">
              <a:solidFill>
                <a:schemeClr val="dk1"/>
              </a:solidFill>
            </a:endParaRPr>
          </a:p>
          <a:p>
            <a:pPr marL="457200" lvl="0" indent="-336550" algn="l" rtl="0">
              <a:spcBef>
                <a:spcPts val="480"/>
              </a:spcBef>
              <a:spcAft>
                <a:spcPts val="0"/>
              </a:spcAft>
              <a:buClr>
                <a:schemeClr val="dk1"/>
              </a:buClr>
              <a:buSzPts val="1700"/>
              <a:buChar char="•"/>
            </a:pPr>
            <a:r>
              <a:rPr lang="en" sz="1600">
                <a:solidFill>
                  <a:schemeClr val="dk1"/>
                </a:solidFill>
                <a:highlight>
                  <a:schemeClr val="lt1"/>
                </a:highlight>
                <a:latin typeface="Inter"/>
                <a:ea typeface="Inter"/>
                <a:cs typeface="Inter"/>
                <a:sym typeface="Inter"/>
              </a:rPr>
              <a:t>Our idea was to combine all the predictors we have implemented till now and use a combined probabilistic prediction.</a:t>
            </a:r>
            <a:endParaRPr sz="1600">
              <a:solidFill>
                <a:schemeClr val="dk1"/>
              </a:solidFill>
              <a:highlight>
                <a:schemeClr val="lt1"/>
              </a:highlight>
              <a:latin typeface="Inter"/>
              <a:ea typeface="Inter"/>
              <a:cs typeface="Inter"/>
              <a:sym typeface="Inter"/>
            </a:endParaRPr>
          </a:p>
          <a:p>
            <a:pPr marL="457200" lvl="0" indent="-336550" algn="l" rtl="0">
              <a:spcBef>
                <a:spcPts val="0"/>
              </a:spcBef>
              <a:spcAft>
                <a:spcPts val="0"/>
              </a:spcAft>
              <a:buClr>
                <a:schemeClr val="dk1"/>
              </a:buClr>
              <a:buSzPts val="1700"/>
              <a:buChar char="•"/>
            </a:pPr>
            <a:r>
              <a:rPr lang="en" sz="1600">
                <a:solidFill>
                  <a:schemeClr val="dk1"/>
                </a:solidFill>
                <a:highlight>
                  <a:schemeClr val="lt1"/>
                </a:highlight>
                <a:latin typeface="Inter"/>
                <a:ea typeface="Inter"/>
                <a:cs typeface="Inter"/>
                <a:sym typeface="Inter"/>
              </a:rPr>
              <a:t>Combines predictions from 6 different classifiers (</a:t>
            </a:r>
            <a:r>
              <a:rPr lang="en" sz="1350">
                <a:solidFill>
                  <a:schemeClr val="dk1"/>
                </a:solidFill>
                <a:highlight>
                  <a:schemeClr val="lt1"/>
                </a:highlight>
                <a:latin typeface="Roboto Mono"/>
                <a:ea typeface="Roboto Mono"/>
                <a:cs typeface="Roboto Mono"/>
                <a:sym typeface="Roboto Mono"/>
              </a:rPr>
              <a:t>logistic_regression</a:t>
            </a:r>
            <a:r>
              <a:rPr lang="en" sz="1600">
                <a:solidFill>
                  <a:schemeClr val="dk1"/>
                </a:solidFill>
                <a:highlight>
                  <a:schemeClr val="lt1"/>
                </a:highlight>
                <a:latin typeface="Inter"/>
                <a:ea typeface="Inter"/>
                <a:cs typeface="Inter"/>
                <a:sym typeface="Inter"/>
              </a:rPr>
              <a:t>, </a:t>
            </a:r>
            <a:r>
              <a:rPr lang="en" sz="1350">
                <a:solidFill>
                  <a:schemeClr val="dk1"/>
                </a:solidFill>
                <a:highlight>
                  <a:schemeClr val="lt1"/>
                </a:highlight>
                <a:latin typeface="Roboto Mono"/>
                <a:ea typeface="Roboto Mono"/>
                <a:cs typeface="Roboto Mono"/>
                <a:sym typeface="Roboto Mono"/>
              </a:rPr>
              <a:t>decision_tree</a:t>
            </a:r>
            <a:r>
              <a:rPr lang="en" sz="1600">
                <a:solidFill>
                  <a:schemeClr val="dk1"/>
                </a:solidFill>
                <a:highlight>
                  <a:schemeClr val="lt1"/>
                </a:highlight>
                <a:latin typeface="Inter"/>
                <a:ea typeface="Inter"/>
                <a:cs typeface="Inter"/>
                <a:sym typeface="Inter"/>
              </a:rPr>
              <a:t>, </a:t>
            </a:r>
            <a:r>
              <a:rPr lang="en" sz="1350">
                <a:solidFill>
                  <a:schemeClr val="dk1"/>
                </a:solidFill>
                <a:highlight>
                  <a:schemeClr val="lt1"/>
                </a:highlight>
                <a:latin typeface="Roboto Mono"/>
                <a:ea typeface="Roboto Mono"/>
                <a:cs typeface="Roboto Mono"/>
                <a:sym typeface="Roboto Mono"/>
              </a:rPr>
              <a:t>random_forest</a:t>
            </a:r>
            <a:r>
              <a:rPr lang="en" sz="1600">
                <a:solidFill>
                  <a:schemeClr val="dk1"/>
                </a:solidFill>
                <a:highlight>
                  <a:schemeClr val="lt1"/>
                </a:highlight>
                <a:latin typeface="Inter"/>
                <a:ea typeface="Inter"/>
                <a:cs typeface="Inter"/>
                <a:sym typeface="Inter"/>
              </a:rPr>
              <a:t>, </a:t>
            </a:r>
            <a:r>
              <a:rPr lang="en" sz="1350">
                <a:solidFill>
                  <a:schemeClr val="dk1"/>
                </a:solidFill>
                <a:highlight>
                  <a:schemeClr val="lt1"/>
                </a:highlight>
                <a:latin typeface="Roboto Mono"/>
                <a:ea typeface="Roboto Mono"/>
                <a:cs typeface="Roboto Mono"/>
                <a:sym typeface="Roboto Mono"/>
              </a:rPr>
              <a:t>best_gbc</a:t>
            </a:r>
            <a:r>
              <a:rPr lang="en" sz="1600">
                <a:solidFill>
                  <a:schemeClr val="dk1"/>
                </a:solidFill>
                <a:highlight>
                  <a:schemeClr val="lt1"/>
                </a:highlight>
                <a:latin typeface="Inter"/>
                <a:ea typeface="Inter"/>
                <a:cs typeface="Inter"/>
                <a:sym typeface="Inter"/>
              </a:rPr>
              <a:t>, </a:t>
            </a:r>
            <a:r>
              <a:rPr lang="en" sz="1350">
                <a:solidFill>
                  <a:schemeClr val="dk1"/>
                </a:solidFill>
                <a:highlight>
                  <a:schemeClr val="lt1"/>
                </a:highlight>
                <a:latin typeface="Roboto Mono"/>
                <a:ea typeface="Roboto Mono"/>
                <a:cs typeface="Roboto Mono"/>
                <a:sym typeface="Roboto Mono"/>
              </a:rPr>
              <a:t>best_xgb</a:t>
            </a:r>
            <a:r>
              <a:rPr lang="en" sz="1600">
                <a:solidFill>
                  <a:schemeClr val="dk1"/>
                </a:solidFill>
                <a:highlight>
                  <a:schemeClr val="lt1"/>
                </a:highlight>
                <a:latin typeface="Inter"/>
                <a:ea typeface="Inter"/>
                <a:cs typeface="Inter"/>
                <a:sym typeface="Inter"/>
              </a:rPr>
              <a:t>, </a:t>
            </a:r>
            <a:r>
              <a:rPr lang="en" sz="1350">
                <a:solidFill>
                  <a:schemeClr val="dk1"/>
                </a:solidFill>
                <a:highlight>
                  <a:schemeClr val="lt1"/>
                </a:highlight>
                <a:latin typeface="Roboto Mono"/>
                <a:ea typeface="Roboto Mono"/>
                <a:cs typeface="Roboto Mono"/>
                <a:sym typeface="Roboto Mono"/>
              </a:rPr>
              <a:t>best_lgbm</a:t>
            </a:r>
            <a:r>
              <a:rPr lang="en" sz="1600">
                <a:solidFill>
                  <a:schemeClr val="dk1"/>
                </a:solidFill>
                <a:highlight>
                  <a:schemeClr val="lt1"/>
                </a:highlight>
                <a:latin typeface="Inter"/>
                <a:ea typeface="Inter"/>
                <a:cs typeface="Inter"/>
                <a:sym typeface="Inter"/>
              </a:rPr>
              <a:t>) into a single consensus prediction. Uses </a:t>
            </a:r>
            <a:r>
              <a:rPr lang="en" sz="1600" b="1">
                <a:solidFill>
                  <a:schemeClr val="dk1"/>
                </a:solidFill>
                <a:highlight>
                  <a:schemeClr val="lt1"/>
                </a:highlight>
                <a:latin typeface="Inter"/>
                <a:ea typeface="Inter"/>
                <a:cs typeface="Inter"/>
                <a:sym typeface="Inter"/>
              </a:rPr>
              <a:t>soft voting</a:t>
            </a:r>
            <a:r>
              <a:rPr lang="en" sz="1600">
                <a:solidFill>
                  <a:schemeClr val="dk1"/>
                </a:solidFill>
                <a:highlight>
                  <a:schemeClr val="lt1"/>
                </a:highlight>
                <a:latin typeface="Inter"/>
                <a:ea typeface="Inter"/>
                <a:cs typeface="Inter"/>
                <a:sym typeface="Inter"/>
              </a:rPr>
              <a:t> (weighted by predicted probabilities) for nuanced decisions, especially useful when models disagree.</a:t>
            </a:r>
            <a:endParaRPr sz="1600">
              <a:solidFill>
                <a:schemeClr val="dk1"/>
              </a:solidFill>
              <a:highlight>
                <a:schemeClr val="lt1"/>
              </a:highlight>
              <a:latin typeface="Inter"/>
              <a:ea typeface="Inter"/>
              <a:cs typeface="Inter"/>
              <a:sym typeface="Inter"/>
            </a:endParaRPr>
          </a:p>
          <a:p>
            <a:pPr marL="457200" lvl="0" indent="-304800" algn="l" rtl="0">
              <a:spcBef>
                <a:spcPts val="0"/>
              </a:spcBef>
              <a:spcAft>
                <a:spcPts val="0"/>
              </a:spcAft>
              <a:buClr>
                <a:schemeClr val="dk1"/>
              </a:buClr>
              <a:buSzPts val="1200"/>
              <a:buFont typeface="Inter"/>
              <a:buChar char="•"/>
            </a:pPr>
            <a:r>
              <a:rPr lang="en" sz="1600">
                <a:solidFill>
                  <a:schemeClr val="dk1"/>
                </a:solidFill>
                <a:highlight>
                  <a:schemeClr val="lt1"/>
                </a:highlight>
                <a:latin typeface="Inter"/>
                <a:ea typeface="Inter"/>
                <a:cs typeface="Inter"/>
                <a:sym typeface="Inter"/>
              </a:rPr>
              <a:t>Mitigates individual model biases by leveraging the "wisdom of the crowd." Even if one model (e.g., </a:t>
            </a:r>
            <a:r>
              <a:rPr lang="en" sz="1350">
                <a:solidFill>
                  <a:schemeClr val="dk1"/>
                </a:solidFill>
                <a:highlight>
                  <a:schemeClr val="lt1"/>
                </a:highlight>
                <a:latin typeface="Roboto Mono"/>
                <a:ea typeface="Roboto Mono"/>
                <a:cs typeface="Roboto Mono"/>
                <a:sym typeface="Roboto Mono"/>
              </a:rPr>
              <a:t>decision_tree</a:t>
            </a:r>
            <a:r>
              <a:rPr lang="en" sz="1600">
                <a:solidFill>
                  <a:schemeClr val="dk1"/>
                </a:solidFill>
                <a:highlight>
                  <a:schemeClr val="lt1"/>
                </a:highlight>
                <a:latin typeface="Inter"/>
                <a:ea typeface="Inter"/>
                <a:cs typeface="Inter"/>
                <a:sym typeface="Inter"/>
              </a:rPr>
              <a:t>) overfits, others (e.g., </a:t>
            </a:r>
            <a:r>
              <a:rPr lang="en" sz="1350">
                <a:solidFill>
                  <a:schemeClr val="dk1"/>
                </a:solidFill>
                <a:highlight>
                  <a:schemeClr val="lt1"/>
                </a:highlight>
                <a:latin typeface="Roboto Mono"/>
                <a:ea typeface="Roboto Mono"/>
                <a:cs typeface="Roboto Mono"/>
                <a:sym typeface="Roboto Mono"/>
              </a:rPr>
              <a:t>random_forest</a:t>
            </a:r>
            <a:r>
              <a:rPr lang="en" sz="1600">
                <a:solidFill>
                  <a:schemeClr val="dk1"/>
                </a:solidFill>
                <a:highlight>
                  <a:schemeClr val="lt1"/>
                </a:highlight>
                <a:latin typeface="Inter"/>
                <a:ea typeface="Inter"/>
                <a:cs typeface="Inter"/>
                <a:sym typeface="Inter"/>
              </a:rPr>
              <a:t> or </a:t>
            </a:r>
            <a:r>
              <a:rPr lang="en" sz="1350">
                <a:solidFill>
                  <a:schemeClr val="dk1"/>
                </a:solidFill>
                <a:highlight>
                  <a:schemeClr val="lt1"/>
                </a:highlight>
                <a:latin typeface="Roboto Mono"/>
                <a:ea typeface="Roboto Mono"/>
                <a:cs typeface="Roboto Mono"/>
                <a:sym typeface="Roboto Mono"/>
              </a:rPr>
              <a:t>logistic_regression</a:t>
            </a:r>
            <a:r>
              <a:rPr lang="en" sz="1600">
                <a:solidFill>
                  <a:schemeClr val="dk1"/>
                </a:solidFill>
                <a:highlight>
                  <a:schemeClr val="lt1"/>
                </a:highlight>
                <a:latin typeface="Inter"/>
                <a:ea typeface="Inter"/>
                <a:cs typeface="Inter"/>
                <a:sym typeface="Inter"/>
              </a:rPr>
              <a:t>) balance it out, improving generalization (evidenced by </a:t>
            </a:r>
            <a:r>
              <a:rPr lang="en" sz="1600" b="1">
                <a:solidFill>
                  <a:schemeClr val="dk1"/>
                </a:solidFill>
                <a:highlight>
                  <a:schemeClr val="lt1"/>
                </a:highlight>
                <a:latin typeface="Inter"/>
                <a:ea typeface="Inter"/>
                <a:cs typeface="Inter"/>
                <a:sym typeface="Inter"/>
              </a:rPr>
              <a:t>AUROC</a:t>
            </a:r>
            <a:r>
              <a:rPr lang="en" sz="1600">
                <a:solidFill>
                  <a:schemeClr val="dk1"/>
                </a:solidFill>
                <a:highlight>
                  <a:schemeClr val="lt1"/>
                </a:highlight>
                <a:latin typeface="Inter"/>
                <a:ea typeface="Inter"/>
                <a:cs typeface="Inter"/>
                <a:sym typeface="Inter"/>
              </a:rPr>
              <a:t> in results).</a:t>
            </a:r>
            <a:endParaRPr sz="1600">
              <a:solidFill>
                <a:schemeClr val="dk1"/>
              </a:solidFill>
              <a:highlight>
                <a:schemeClr val="lt1"/>
              </a:highlight>
              <a:latin typeface="Inter"/>
              <a:ea typeface="Inter"/>
              <a:cs typeface="Inter"/>
              <a:sym typeface="Inter"/>
            </a:endParaRPr>
          </a:p>
          <a:p>
            <a:pPr marL="0" lvl="0" indent="0" algn="l" rtl="0">
              <a:lnSpc>
                <a:spcPct val="115000"/>
              </a:lnSpc>
              <a:spcBef>
                <a:spcPts val="600"/>
              </a:spcBef>
              <a:spcAft>
                <a:spcPts val="0"/>
              </a:spcAft>
              <a:buNone/>
            </a:pPr>
            <a:endParaRPr sz="1600">
              <a:solidFill>
                <a:schemeClr val="dk1"/>
              </a:solidFill>
              <a:highlight>
                <a:schemeClr val="lt1"/>
              </a:highlight>
              <a:latin typeface="Inter"/>
              <a:ea typeface="Inter"/>
              <a:cs typeface="Inter"/>
              <a:sym typeface="Inter"/>
            </a:endParaRPr>
          </a:p>
          <a:p>
            <a:pPr marL="0" lvl="0" indent="0" algn="l" rtl="0">
              <a:lnSpc>
                <a:spcPct val="115000"/>
              </a:lnSpc>
              <a:spcBef>
                <a:spcPts val="600"/>
              </a:spcBef>
              <a:spcAft>
                <a:spcPts val="0"/>
              </a:spcAft>
              <a:buNone/>
            </a:pPr>
            <a:r>
              <a:rPr lang="en" sz="1500">
                <a:solidFill>
                  <a:schemeClr val="dk1"/>
                </a:solidFill>
                <a:highlight>
                  <a:schemeClr val="lt1"/>
                </a:highlight>
                <a:latin typeface="Inter"/>
                <a:ea typeface="Inter"/>
                <a:cs typeface="Inter"/>
                <a:sym typeface="Inter"/>
              </a:rPr>
              <a:t>The ensemble often outperforms any single model (e.g., your </a:t>
            </a:r>
            <a:r>
              <a:rPr lang="en" sz="1500" b="1">
                <a:solidFill>
                  <a:schemeClr val="dk1"/>
                </a:solidFill>
                <a:highlight>
                  <a:schemeClr val="lt1"/>
                </a:highlight>
                <a:latin typeface="Inter"/>
                <a:ea typeface="Inter"/>
                <a:cs typeface="Inter"/>
                <a:sym typeface="Inter"/>
              </a:rPr>
              <a:t>accuracy/AUROC</a:t>
            </a:r>
            <a:r>
              <a:rPr lang="en" sz="1500">
                <a:solidFill>
                  <a:schemeClr val="dk1"/>
                </a:solidFill>
                <a:highlight>
                  <a:schemeClr val="lt1"/>
                </a:highlight>
                <a:latin typeface="Inter"/>
                <a:ea typeface="Inter"/>
                <a:cs typeface="Inter"/>
                <a:sym typeface="Inter"/>
              </a:rPr>
              <a:t> will likely surpass individual classifiers).</a:t>
            </a:r>
            <a:endParaRPr sz="1800">
              <a:solidFill>
                <a:schemeClr val="dk1"/>
              </a:solidFill>
              <a:highlight>
                <a:schemeClr val="lt1"/>
              </a:highlight>
              <a:latin typeface="Inter"/>
              <a:ea typeface="Inter"/>
              <a:cs typeface="Inter"/>
              <a:sym typeface="Inter"/>
            </a:endParaRPr>
          </a:p>
          <a:p>
            <a:pPr marL="914400" lvl="0" indent="0" algn="l" rtl="0">
              <a:spcBef>
                <a:spcPts val="480"/>
              </a:spcBef>
              <a:spcAft>
                <a:spcPts val="0"/>
              </a:spcAft>
              <a:buNone/>
            </a:pPr>
            <a:endParaRPr sz="1600">
              <a:solidFill>
                <a:schemeClr val="dk1"/>
              </a:solidFill>
              <a:highlight>
                <a:schemeClr val="lt1"/>
              </a:highlight>
              <a:latin typeface="Inter"/>
              <a:ea typeface="Inter"/>
              <a:cs typeface="Inter"/>
              <a:sym typeface="Inter"/>
            </a:endParaRPr>
          </a:p>
          <a:p>
            <a:pPr marL="914400" lvl="0" indent="0" algn="l" rtl="0">
              <a:spcBef>
                <a:spcPts val="480"/>
              </a:spcBef>
              <a:spcAft>
                <a:spcPts val="0"/>
              </a:spcAft>
              <a:buNone/>
            </a:pPr>
            <a:r>
              <a:rPr lang="en" sz="1200">
                <a:solidFill>
                  <a:srgbClr val="F8FAFF"/>
                </a:solidFill>
                <a:highlight>
                  <a:srgbClr val="292A2D"/>
                </a:highlight>
                <a:latin typeface="Inter"/>
                <a:ea typeface="Inter"/>
                <a:cs typeface="Inter"/>
                <a:sym typeface="Inter"/>
              </a:rPr>
              <a:t> </a:t>
            </a:r>
            <a:endParaRPr sz="1200">
              <a:solidFill>
                <a:srgbClr val="F8FAFF"/>
              </a:solidFill>
              <a:highlight>
                <a:srgbClr val="292A2D"/>
              </a:highlight>
              <a:latin typeface="Inter"/>
              <a:ea typeface="Inter"/>
              <a:cs typeface="Inter"/>
              <a:sym typeface="Inter"/>
            </a:endParaRPr>
          </a:p>
          <a:p>
            <a:pPr marL="914400" lvl="0" indent="0" algn="l" rtl="0">
              <a:spcBef>
                <a:spcPts val="480"/>
              </a:spcBef>
              <a:spcAft>
                <a:spcPts val="0"/>
              </a:spcAft>
              <a:buNone/>
            </a:pPr>
            <a:endParaRPr sz="1200">
              <a:solidFill>
                <a:srgbClr val="F8FAFF"/>
              </a:solidFill>
              <a:highlight>
                <a:srgbClr val="292A2D"/>
              </a:highlight>
              <a:latin typeface="Inter"/>
              <a:ea typeface="Inter"/>
              <a:cs typeface="Inter"/>
              <a:sym typeface="Inter"/>
            </a:endParaRPr>
          </a:p>
          <a:p>
            <a:pPr marL="914400" lvl="0" indent="0" algn="l" rtl="0">
              <a:spcBef>
                <a:spcPts val="480"/>
              </a:spcBef>
              <a:spcAft>
                <a:spcPts val="0"/>
              </a:spcAft>
              <a:buNone/>
            </a:pPr>
            <a:endParaRPr sz="1200">
              <a:solidFill>
                <a:srgbClr val="F8FAFF"/>
              </a:solidFill>
              <a:highlight>
                <a:srgbClr val="292A2D"/>
              </a:highlight>
              <a:latin typeface="Inter"/>
              <a:ea typeface="Inter"/>
              <a:cs typeface="Inter"/>
              <a:sym typeface="Inter"/>
            </a:endParaRPr>
          </a:p>
          <a:p>
            <a:pPr marL="914400" lvl="0" indent="0" algn="l" rtl="0">
              <a:spcBef>
                <a:spcPts val="480"/>
              </a:spcBef>
              <a:spcAft>
                <a:spcPts val="0"/>
              </a:spcAft>
              <a:buNone/>
            </a:pPr>
            <a:endParaRPr sz="1200">
              <a:solidFill>
                <a:srgbClr val="F8FAFF"/>
              </a:solidFill>
              <a:highlight>
                <a:srgbClr val="292A2D"/>
              </a:highlight>
              <a:latin typeface="Inter"/>
              <a:ea typeface="Inter"/>
              <a:cs typeface="Inter"/>
              <a:sym typeface="Inter"/>
            </a:endParaRPr>
          </a:p>
          <a:p>
            <a:pPr marL="0" lvl="0" indent="0" algn="l" rtl="0">
              <a:spcBef>
                <a:spcPts val="480"/>
              </a:spcBef>
              <a:spcAft>
                <a:spcPts val="0"/>
              </a:spcAft>
              <a:buNone/>
            </a:pPr>
            <a:r>
              <a:rPr lang="en" sz="1700" b="1">
                <a:solidFill>
                  <a:schemeClr val="dk1"/>
                </a:solidFill>
              </a:rPr>
              <a:t>	</a:t>
            </a:r>
            <a:endParaRPr sz="17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4"/>
          <p:cNvSpPr txBox="1">
            <a:spLocks noGrp="1"/>
          </p:cNvSpPr>
          <p:nvPr>
            <p:ph type="title"/>
          </p:nvPr>
        </p:nvSpPr>
        <p:spPr>
          <a:xfrm>
            <a:off x="457200" y="107025"/>
            <a:ext cx="8229600" cy="466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Results</a:t>
            </a:r>
            <a:endParaRPr b="1"/>
          </a:p>
        </p:txBody>
      </p:sp>
      <p:pic>
        <p:nvPicPr>
          <p:cNvPr id="154" name="Google Shape;154;p34"/>
          <p:cNvPicPr preferRelativeResize="0"/>
          <p:nvPr/>
        </p:nvPicPr>
        <p:blipFill rotWithShape="1">
          <a:blip r:embed="rId3">
            <a:alphaModFix/>
          </a:blip>
          <a:srcRect t="1898" r="12648" b="3664"/>
          <a:stretch/>
        </p:blipFill>
        <p:spPr>
          <a:xfrm>
            <a:off x="2645975" y="862475"/>
            <a:ext cx="4139225" cy="2726325"/>
          </a:xfrm>
          <a:prstGeom prst="rect">
            <a:avLst/>
          </a:prstGeom>
          <a:noFill/>
          <a:ln>
            <a:noFill/>
          </a:ln>
        </p:spPr>
      </p:pic>
      <p:sp>
        <p:nvSpPr>
          <p:cNvPr id="155" name="Google Shape;155;p34"/>
          <p:cNvSpPr txBox="1"/>
          <p:nvPr/>
        </p:nvSpPr>
        <p:spPr>
          <a:xfrm>
            <a:off x="516375" y="3715875"/>
            <a:ext cx="82722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dk1"/>
                </a:solidFill>
              </a:rPr>
              <a:t>By using voting classifier we could increase the accuracy from 87.38% of GBC(mentioned in paper) to 87.49%</a:t>
            </a:r>
            <a:endParaRPr sz="24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5"/>
          <p:cNvSpPr txBox="1">
            <a:spLocks noGrp="1"/>
          </p:cNvSpPr>
          <p:nvPr>
            <p:ph type="title"/>
          </p:nvPr>
        </p:nvSpPr>
        <p:spPr>
          <a:xfrm>
            <a:off x="457200" y="205976"/>
            <a:ext cx="8229600" cy="529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Analysis</a:t>
            </a:r>
            <a:endParaRPr b="1"/>
          </a:p>
        </p:txBody>
      </p:sp>
      <p:sp>
        <p:nvSpPr>
          <p:cNvPr id="161" name="Google Shape;161;p35"/>
          <p:cNvSpPr txBox="1">
            <a:spLocks noGrp="1"/>
          </p:cNvSpPr>
          <p:nvPr>
            <p:ph type="body" idx="4294967295"/>
          </p:nvPr>
        </p:nvSpPr>
        <p:spPr>
          <a:xfrm>
            <a:off x="457200" y="830725"/>
            <a:ext cx="8229600" cy="3763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 sz="1700" b="1">
                <a:solidFill>
                  <a:schemeClr val="dk1"/>
                </a:solidFill>
              </a:rPr>
              <a:t>Qualitative Insights from the Results</a:t>
            </a:r>
            <a:endParaRPr sz="17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n" sz="1500" b="1">
                <a:solidFill>
                  <a:schemeClr val="dk1"/>
                </a:solidFill>
              </a:rPr>
              <a:t>Occupation and Education Trends</a:t>
            </a:r>
            <a:r>
              <a:rPr lang="en" sz="1500">
                <a:solidFill>
                  <a:schemeClr val="dk1"/>
                </a:solidFill>
              </a:rPr>
              <a:t>: Individuals with higher education levels (e.g., Bachelor's, Master's) and professional occupations were </a:t>
            </a:r>
            <a:r>
              <a:rPr lang="en" sz="1500" b="1">
                <a:solidFill>
                  <a:schemeClr val="dk1"/>
                </a:solidFill>
              </a:rPr>
              <a:t>more likely</a:t>
            </a:r>
            <a:r>
              <a:rPr lang="en" sz="1500">
                <a:solidFill>
                  <a:schemeClr val="dk1"/>
                </a:solidFill>
              </a:rPr>
              <a:t> to earn above $50K. This pattern was consistent across different models.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Gender Disparity</a:t>
            </a:r>
            <a:r>
              <a:rPr lang="en" sz="1500">
                <a:solidFill>
                  <a:schemeClr val="dk1"/>
                </a:solidFill>
              </a:rPr>
              <a:t>: A noticeable trend was the </a:t>
            </a:r>
            <a:r>
              <a:rPr lang="en" sz="1500" b="1">
                <a:solidFill>
                  <a:schemeClr val="dk1"/>
                </a:solidFill>
              </a:rPr>
              <a:t>gender imbalance</a:t>
            </a:r>
            <a:r>
              <a:rPr lang="en" sz="1500">
                <a:solidFill>
                  <a:schemeClr val="dk1"/>
                </a:solidFill>
              </a:rPr>
              <a:t>—a significantly higher proportion of males were classified into the &gt;$50K income group, highlighting potential societal income gaps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Marital Status Signal</a:t>
            </a:r>
            <a:r>
              <a:rPr lang="en" sz="1500">
                <a:solidFill>
                  <a:schemeClr val="dk1"/>
                </a:solidFill>
              </a:rPr>
              <a:t>: "Married-civ-spouse" status had a strong correlation with higher income, indicating that </a:t>
            </a:r>
            <a:r>
              <a:rPr lang="en" sz="1500" b="1">
                <a:solidFill>
                  <a:schemeClr val="dk1"/>
                </a:solidFill>
              </a:rPr>
              <a:t>marital stability</a:t>
            </a:r>
            <a:r>
              <a:rPr lang="en" sz="1500">
                <a:solidFill>
                  <a:schemeClr val="dk1"/>
                </a:solidFill>
              </a:rPr>
              <a:t> might coincide with economic stability in this dataset.</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Work Hours Influence</a:t>
            </a:r>
            <a:r>
              <a:rPr lang="en" sz="1500">
                <a:solidFill>
                  <a:schemeClr val="dk1"/>
                </a:solidFill>
              </a:rPr>
              <a:t>: Those working more than 40 hours per week were more likely to belong to the higher income category, though there were diminishing returns beyond a certain threshold.</a:t>
            </a:r>
            <a:endParaRPr sz="1500">
              <a:solidFill>
                <a:schemeClr val="dk1"/>
              </a:solidFill>
            </a:endParaRPr>
          </a:p>
          <a:p>
            <a:pPr marL="457200" lvl="0" indent="0" algn="l" rtl="0">
              <a:lnSpc>
                <a:spcPct val="115000"/>
              </a:lnSpc>
              <a:spcBef>
                <a:spcPts val="1200"/>
              </a:spcBef>
              <a:spcAft>
                <a:spcPts val="0"/>
              </a:spcAft>
              <a:buNone/>
            </a:pPr>
            <a:endParaRPr sz="1800">
              <a:solidFill>
                <a:schemeClr val="dk1"/>
              </a:solidFill>
              <a:highlight>
                <a:srgbClr val="FFFFFF"/>
              </a:highlight>
              <a:latin typeface="Helvetica Neue"/>
              <a:ea typeface="Helvetica Neue"/>
              <a:cs typeface="Helvetica Neue"/>
              <a:sym typeface="Helvetica Neue"/>
            </a:endParaRPr>
          </a:p>
          <a:p>
            <a:pPr marL="457200" lvl="0" indent="0" algn="l" rtl="0">
              <a:lnSpc>
                <a:spcPct val="115000"/>
              </a:lnSpc>
              <a:spcBef>
                <a:spcPts val="1000"/>
              </a:spcBef>
              <a:spcAft>
                <a:spcPts val="0"/>
              </a:spcAft>
              <a:buNone/>
            </a:pPr>
            <a:r>
              <a:rPr lang="en" sz="1800">
                <a:solidFill>
                  <a:srgbClr val="0000FF"/>
                </a:solidFill>
                <a:highlight>
                  <a:srgbClr val="FFFFFF"/>
                </a:highlight>
                <a:latin typeface="Helvetica Neue"/>
                <a:ea typeface="Helvetica Neue"/>
                <a:cs typeface="Helvetica Neue"/>
                <a:sym typeface="Helvetica Neue"/>
              </a:rPr>
              <a:t>.</a:t>
            </a:r>
            <a:endParaRPr sz="1800">
              <a:solidFill>
                <a:srgbClr val="0000FF"/>
              </a:solidFill>
              <a:highlight>
                <a:srgbClr val="FFFFFF"/>
              </a:highlight>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000">
              <a:solidFill>
                <a:srgbClr val="00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6"/>
          <p:cNvSpPr txBox="1">
            <a:spLocks noGrp="1"/>
          </p:cNvSpPr>
          <p:nvPr>
            <p:ph type="title"/>
          </p:nvPr>
        </p:nvSpPr>
        <p:spPr>
          <a:xfrm>
            <a:off x="457200" y="205978"/>
            <a:ext cx="8229600" cy="1794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
              <a:t> </a:t>
            </a:r>
            <a:endParaRPr/>
          </a:p>
        </p:txBody>
      </p:sp>
      <p:sp>
        <p:nvSpPr>
          <p:cNvPr id="167" name="Google Shape;167;p36"/>
          <p:cNvSpPr txBox="1">
            <a:spLocks noGrp="1"/>
          </p:cNvSpPr>
          <p:nvPr>
            <p:ph type="body" idx="1"/>
          </p:nvPr>
        </p:nvSpPr>
        <p:spPr>
          <a:xfrm>
            <a:off x="457200" y="448950"/>
            <a:ext cx="3352800" cy="1794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None/>
            </a:pPr>
            <a:r>
              <a:rPr lang="en" sz="1800">
                <a:solidFill>
                  <a:schemeClr val="dk1"/>
                </a:solidFill>
              </a:rPr>
              <a:t> </a:t>
            </a:r>
            <a:endParaRPr sz="1800">
              <a:solidFill>
                <a:schemeClr val="dk1"/>
              </a:solidFill>
            </a:endParaRPr>
          </a:p>
        </p:txBody>
      </p:sp>
      <p:pic>
        <p:nvPicPr>
          <p:cNvPr id="168" name="Google Shape;168;p36"/>
          <p:cNvPicPr preferRelativeResize="0"/>
          <p:nvPr/>
        </p:nvPicPr>
        <p:blipFill>
          <a:blip r:embed="rId3">
            <a:alphaModFix/>
          </a:blip>
          <a:stretch>
            <a:fillRect/>
          </a:stretch>
        </p:blipFill>
        <p:spPr>
          <a:xfrm>
            <a:off x="2708824" y="110600"/>
            <a:ext cx="3282875" cy="1840675"/>
          </a:xfrm>
          <a:prstGeom prst="rect">
            <a:avLst/>
          </a:prstGeom>
          <a:noFill/>
          <a:ln>
            <a:noFill/>
          </a:ln>
        </p:spPr>
      </p:pic>
      <p:pic>
        <p:nvPicPr>
          <p:cNvPr id="169" name="Google Shape;169;p36"/>
          <p:cNvPicPr preferRelativeResize="0"/>
          <p:nvPr/>
        </p:nvPicPr>
        <p:blipFill>
          <a:blip r:embed="rId4">
            <a:alphaModFix/>
          </a:blip>
          <a:stretch>
            <a:fillRect/>
          </a:stretch>
        </p:blipFill>
        <p:spPr>
          <a:xfrm>
            <a:off x="880175" y="1951275"/>
            <a:ext cx="7253551" cy="30823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7"/>
          <p:cNvSpPr txBox="1">
            <a:spLocks noGrp="1"/>
          </p:cNvSpPr>
          <p:nvPr>
            <p:ph type="title"/>
          </p:nvPr>
        </p:nvSpPr>
        <p:spPr>
          <a:xfrm>
            <a:off x="457200" y="205978"/>
            <a:ext cx="8229600" cy="867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
              <a:t> </a:t>
            </a:r>
            <a:endParaRPr/>
          </a:p>
        </p:txBody>
      </p:sp>
      <p:sp>
        <p:nvSpPr>
          <p:cNvPr id="175" name="Google Shape;175;p37"/>
          <p:cNvSpPr txBox="1">
            <a:spLocks noGrp="1"/>
          </p:cNvSpPr>
          <p:nvPr>
            <p:ph type="body" idx="1"/>
          </p:nvPr>
        </p:nvSpPr>
        <p:spPr>
          <a:xfrm>
            <a:off x="521400" y="58675"/>
            <a:ext cx="2443200" cy="2340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None/>
            </a:pPr>
            <a:r>
              <a:rPr lang="en"/>
              <a:t> </a:t>
            </a:r>
            <a:endParaRPr/>
          </a:p>
        </p:txBody>
      </p:sp>
      <p:pic>
        <p:nvPicPr>
          <p:cNvPr id="176" name="Google Shape;176;p37"/>
          <p:cNvPicPr preferRelativeResize="0"/>
          <p:nvPr/>
        </p:nvPicPr>
        <p:blipFill>
          <a:blip r:embed="rId3">
            <a:alphaModFix/>
          </a:blip>
          <a:stretch>
            <a:fillRect/>
          </a:stretch>
        </p:blipFill>
        <p:spPr>
          <a:xfrm>
            <a:off x="4572000" y="477175"/>
            <a:ext cx="4345174" cy="3086675"/>
          </a:xfrm>
          <a:prstGeom prst="rect">
            <a:avLst/>
          </a:prstGeom>
          <a:noFill/>
          <a:ln>
            <a:noFill/>
          </a:ln>
        </p:spPr>
      </p:pic>
      <p:pic>
        <p:nvPicPr>
          <p:cNvPr id="177" name="Google Shape;177;p37"/>
          <p:cNvPicPr preferRelativeResize="0"/>
          <p:nvPr/>
        </p:nvPicPr>
        <p:blipFill>
          <a:blip r:embed="rId4">
            <a:alphaModFix/>
          </a:blip>
          <a:stretch>
            <a:fillRect/>
          </a:stretch>
        </p:blipFill>
        <p:spPr>
          <a:xfrm>
            <a:off x="298150" y="606650"/>
            <a:ext cx="4273850" cy="2827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8"/>
          <p:cNvSpPr txBox="1">
            <a:spLocks noGrp="1"/>
          </p:cNvSpPr>
          <p:nvPr>
            <p:ph type="title"/>
          </p:nvPr>
        </p:nvSpPr>
        <p:spPr>
          <a:xfrm>
            <a:off x="457200" y="110600"/>
            <a:ext cx="8229600" cy="513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sz="3100" b="1"/>
              <a:t>Error analysis</a:t>
            </a:r>
            <a:endParaRPr sz="3100" b="1"/>
          </a:p>
        </p:txBody>
      </p:sp>
      <p:sp>
        <p:nvSpPr>
          <p:cNvPr id="183" name="Google Shape;183;p38"/>
          <p:cNvSpPr txBox="1">
            <a:spLocks noGrp="1"/>
          </p:cNvSpPr>
          <p:nvPr>
            <p:ph type="body" idx="1"/>
          </p:nvPr>
        </p:nvSpPr>
        <p:spPr>
          <a:xfrm>
            <a:off x="457200" y="752725"/>
            <a:ext cx="8229600" cy="4216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400" b="1">
                <a:solidFill>
                  <a:schemeClr val="dk1"/>
                </a:solidFill>
              </a:rPr>
              <a:t>1.Educated but Low Income                                                                                                                       </a:t>
            </a:r>
            <a:r>
              <a:rPr lang="en" sz="1400">
                <a:solidFill>
                  <a:schemeClr val="dk1"/>
                </a:solidFill>
              </a:rPr>
              <a:t>Some people with higher education (like a Bachelor's or Master's) were predicted to earn &gt;$50K but didn’t. The model likely assumed education always leads to high income, ignoring factors like part-time work or low-paying jobs.</a:t>
            </a:r>
            <a:endParaRPr sz="14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400" b="1">
                <a:solidFill>
                  <a:schemeClr val="dk1"/>
                </a:solidFill>
              </a:rPr>
              <a:t>2. Long Hours, Still Low Pay                                                                                                                             </a:t>
            </a:r>
            <a:r>
              <a:rPr lang="en" sz="1400">
                <a:solidFill>
                  <a:schemeClr val="dk1"/>
                </a:solidFill>
              </a:rPr>
              <a:t>A few people working 60+ hours a week were wrongly classified as high earners. But working long hours in a low-wage job doesn’t guarantee high income — something the model didn’t fully capture.</a:t>
            </a:r>
            <a:endParaRPr sz="14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400" b="1">
                <a:solidFill>
                  <a:schemeClr val="dk1"/>
                </a:solidFill>
              </a:rPr>
              <a:t>3. Capital Loss Confusion                                                                                                                                               </a:t>
            </a:r>
            <a:r>
              <a:rPr lang="en" sz="1400">
                <a:solidFill>
                  <a:schemeClr val="dk1"/>
                </a:solidFill>
              </a:rPr>
              <a:t>People with significant capital losses were sometimes predicted as high earners. The model may have been overly influenced by other features and didn't weigh losses heavily enough.</a:t>
            </a:r>
            <a:endParaRPr sz="14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400" b="1">
                <a:solidFill>
                  <a:schemeClr val="dk1"/>
                </a:solidFill>
              </a:rPr>
              <a:t>Why These Errors Happen</a:t>
            </a:r>
            <a:endParaRPr sz="1400" b="1">
              <a:solidFill>
                <a:schemeClr val="dk1"/>
              </a:solidFill>
            </a:endParaRPr>
          </a:p>
          <a:p>
            <a:pPr marL="457200" lvl="0" indent="-317500" algn="l" rtl="0">
              <a:lnSpc>
                <a:spcPct val="115000"/>
              </a:lnSpc>
              <a:spcBef>
                <a:spcPts val="1200"/>
              </a:spcBef>
              <a:spcAft>
                <a:spcPts val="0"/>
              </a:spcAft>
              <a:buClr>
                <a:schemeClr val="dk1"/>
              </a:buClr>
              <a:buSzPts val="1400"/>
              <a:buChar char="●"/>
            </a:pPr>
            <a:r>
              <a:rPr lang="en" sz="1400">
                <a:solidFill>
                  <a:schemeClr val="dk1"/>
                </a:solidFill>
              </a:rPr>
              <a:t>The model may rely too much on a few "strong" features like education or hours worked.</a:t>
            </a:r>
            <a:endParaRPr sz="1400">
              <a:solidFill>
                <a:schemeClr val="dk1"/>
              </a:solidFill>
            </a:endParaRPr>
          </a:p>
          <a:p>
            <a:pPr marL="457200" lvl="0" indent="-317500" algn="l" rtl="0">
              <a:lnSpc>
                <a:spcPct val="115000"/>
              </a:lnSpc>
              <a:spcBef>
                <a:spcPts val="0"/>
              </a:spcBef>
              <a:spcAft>
                <a:spcPts val="0"/>
              </a:spcAft>
              <a:buClr>
                <a:schemeClr val="dk1"/>
              </a:buClr>
              <a:buSzPts val="1400"/>
              <a:buChar char="●"/>
            </a:pPr>
            <a:r>
              <a:rPr lang="en" sz="1400">
                <a:solidFill>
                  <a:schemeClr val="dk1"/>
                </a:solidFill>
              </a:rPr>
              <a:t>The dataset is a bit imbalanced, with more low-income examples.</a:t>
            </a:r>
            <a:endParaRPr sz="1400">
              <a:solidFill>
                <a:schemeClr val="dk1"/>
              </a:solidFill>
            </a:endParaRPr>
          </a:p>
          <a:p>
            <a:pPr marL="457200" lvl="0" indent="-317500" algn="l" rtl="0">
              <a:lnSpc>
                <a:spcPct val="115000"/>
              </a:lnSpc>
              <a:spcBef>
                <a:spcPts val="0"/>
              </a:spcBef>
              <a:spcAft>
                <a:spcPts val="0"/>
              </a:spcAft>
              <a:buClr>
                <a:schemeClr val="dk1"/>
              </a:buClr>
              <a:buSzPts val="1400"/>
              <a:buChar char="●"/>
            </a:pPr>
            <a:r>
              <a:rPr lang="en" sz="1400">
                <a:solidFill>
                  <a:schemeClr val="dk1"/>
                </a:solidFill>
              </a:rPr>
              <a:t>It misses context like job type or location, which are big factors in real life.</a:t>
            </a:r>
            <a:endParaRPr sz="1800">
              <a:solidFill>
                <a:schemeClr val="dk1"/>
              </a:solidFill>
              <a:highlight>
                <a:srgbClr val="FFFFFF"/>
              </a:highlight>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9"/>
          <p:cNvSpPr txBox="1">
            <a:spLocks noGrp="1"/>
          </p:cNvSpPr>
          <p:nvPr>
            <p:ph type="title"/>
          </p:nvPr>
        </p:nvSpPr>
        <p:spPr>
          <a:xfrm>
            <a:off x="457200" y="56550"/>
            <a:ext cx="8229600" cy="4347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sz="3500" b="1"/>
              <a:t>Learnings</a:t>
            </a:r>
            <a:endParaRPr sz="3500" b="1"/>
          </a:p>
        </p:txBody>
      </p:sp>
      <p:sp>
        <p:nvSpPr>
          <p:cNvPr id="189" name="Google Shape;189;p39"/>
          <p:cNvSpPr txBox="1">
            <a:spLocks noGrp="1"/>
          </p:cNvSpPr>
          <p:nvPr>
            <p:ph type="body" idx="1"/>
          </p:nvPr>
        </p:nvSpPr>
        <p:spPr>
          <a:xfrm>
            <a:off x="457200" y="639850"/>
            <a:ext cx="8229600" cy="4305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700" b="1">
                <a:solidFill>
                  <a:schemeClr val="dk1"/>
                </a:solidFill>
              </a:rPr>
              <a:t>Key Takeaways from the Project</a:t>
            </a:r>
            <a:endParaRPr sz="17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n" sz="1500" b="1">
                <a:solidFill>
                  <a:schemeClr val="dk1"/>
                </a:solidFill>
              </a:rPr>
              <a:t>Data preprocessing</a:t>
            </a:r>
            <a:r>
              <a:rPr lang="en" sz="1500">
                <a:solidFill>
                  <a:schemeClr val="dk1"/>
                </a:solidFill>
              </a:rPr>
              <a:t> is critical. Cleaning the dataset (e.g., handling missing values and encoding categorical features) directly impacted model performance.</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Model comparison</a:t>
            </a:r>
            <a:r>
              <a:rPr lang="en" sz="1500">
                <a:solidFill>
                  <a:schemeClr val="dk1"/>
                </a:solidFill>
              </a:rPr>
              <a:t> revealed the strengths and weaknesses of different classifiers. Logistic regression was interpretable but had limited capacity for complex patterns, while Gradient Boosting performed best overall.</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Feature selection</a:t>
            </a:r>
            <a:r>
              <a:rPr lang="en" sz="1500">
                <a:solidFill>
                  <a:schemeClr val="dk1"/>
                </a:solidFill>
              </a:rPr>
              <a:t> helped reduce overfitting and improved computation time without significant performance loss.</a:t>
            </a:r>
            <a:endParaRPr sz="1500">
              <a:solidFill>
                <a:schemeClr val="dk1"/>
              </a:solidFill>
            </a:endParaRPr>
          </a:p>
          <a:p>
            <a:pPr marL="0" lvl="0" indent="0" algn="l" rtl="0">
              <a:lnSpc>
                <a:spcPct val="115000"/>
              </a:lnSpc>
              <a:spcBef>
                <a:spcPts val="1400"/>
              </a:spcBef>
              <a:spcAft>
                <a:spcPts val="0"/>
              </a:spcAft>
              <a:buNone/>
            </a:pPr>
            <a:r>
              <a:rPr lang="en" sz="1700" b="1">
                <a:solidFill>
                  <a:schemeClr val="dk1"/>
                </a:solidFill>
              </a:rPr>
              <a:t>Technical Learnings</a:t>
            </a:r>
            <a:endParaRPr sz="17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n" sz="1500">
                <a:solidFill>
                  <a:schemeClr val="dk1"/>
                </a:solidFill>
              </a:rPr>
              <a:t>Gained practical experience with </a:t>
            </a:r>
            <a:r>
              <a:rPr lang="en" sz="1500" b="1">
                <a:solidFill>
                  <a:schemeClr val="dk1"/>
                </a:solidFill>
              </a:rPr>
              <a:t>scikit-learn</a:t>
            </a:r>
            <a:r>
              <a:rPr lang="en" sz="1500">
                <a:solidFill>
                  <a:schemeClr val="dk1"/>
                </a:solidFill>
              </a:rPr>
              <a:t> tools such as:</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rgbClr val="188038"/>
                </a:solidFill>
                <a:latin typeface="Roboto Mono"/>
                <a:ea typeface="Roboto Mono"/>
                <a:cs typeface="Roboto Mono"/>
                <a:sym typeface="Roboto Mono"/>
              </a:rPr>
              <a:t>StandardScaler</a:t>
            </a:r>
            <a:r>
              <a:rPr lang="en" sz="1500">
                <a:solidFill>
                  <a:schemeClr val="dk1"/>
                </a:solidFill>
              </a:rPr>
              <a:t> for feature scaling,</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rgbClr val="188038"/>
                </a:solidFill>
                <a:latin typeface="Roboto Mono"/>
                <a:ea typeface="Roboto Mono"/>
                <a:cs typeface="Roboto Mono"/>
                <a:sym typeface="Roboto Mono"/>
              </a:rPr>
              <a:t>LabelEncoder</a:t>
            </a:r>
            <a:r>
              <a:rPr lang="en" sz="1500">
                <a:solidFill>
                  <a:schemeClr val="dk1"/>
                </a:solidFill>
              </a:rPr>
              <a:t> and </a:t>
            </a:r>
            <a:r>
              <a:rPr lang="en" sz="1500">
                <a:solidFill>
                  <a:srgbClr val="188038"/>
                </a:solidFill>
                <a:latin typeface="Roboto Mono"/>
                <a:ea typeface="Roboto Mono"/>
                <a:cs typeface="Roboto Mono"/>
                <a:sym typeface="Roboto Mono"/>
              </a:rPr>
              <a:t>OneHotEncoder</a:t>
            </a:r>
            <a:r>
              <a:rPr lang="en" sz="1500">
                <a:solidFill>
                  <a:schemeClr val="dk1"/>
                </a:solidFill>
              </a:rPr>
              <a:t> for categorical features,</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Model APIs like </a:t>
            </a:r>
            <a:r>
              <a:rPr lang="en" sz="1500">
                <a:solidFill>
                  <a:srgbClr val="188038"/>
                </a:solidFill>
                <a:latin typeface="Roboto Mono"/>
                <a:ea typeface="Roboto Mono"/>
                <a:cs typeface="Roboto Mono"/>
                <a:sym typeface="Roboto Mono"/>
              </a:rPr>
              <a:t>LogisticRegression</a:t>
            </a:r>
            <a:r>
              <a:rPr lang="en" sz="1500">
                <a:solidFill>
                  <a:schemeClr val="dk1"/>
                </a:solidFill>
              </a:rPr>
              <a:t>, </a:t>
            </a:r>
            <a:r>
              <a:rPr lang="en" sz="1500">
                <a:solidFill>
                  <a:srgbClr val="188038"/>
                </a:solidFill>
                <a:latin typeface="Roboto Mono"/>
                <a:ea typeface="Roboto Mono"/>
                <a:cs typeface="Roboto Mono"/>
                <a:sym typeface="Roboto Mono"/>
              </a:rPr>
              <a:t>SVC</a:t>
            </a:r>
            <a:r>
              <a:rPr lang="en" sz="1500">
                <a:solidFill>
                  <a:schemeClr val="dk1"/>
                </a:solidFill>
              </a:rPr>
              <a:t>, </a:t>
            </a:r>
            <a:r>
              <a:rPr lang="en" sz="1500">
                <a:solidFill>
                  <a:srgbClr val="188038"/>
                </a:solidFill>
                <a:latin typeface="Roboto Mono"/>
                <a:ea typeface="Roboto Mono"/>
                <a:cs typeface="Roboto Mono"/>
                <a:sym typeface="Roboto Mono"/>
              </a:rPr>
              <a:t>DecisionTreeClassifier</a:t>
            </a:r>
            <a:r>
              <a:rPr lang="en" sz="1500">
                <a:solidFill>
                  <a:schemeClr val="dk1"/>
                </a:solidFill>
              </a:rPr>
              <a:t>, and </a:t>
            </a:r>
            <a:r>
              <a:rPr lang="en" sz="1500">
                <a:solidFill>
                  <a:srgbClr val="188038"/>
                </a:solidFill>
                <a:latin typeface="Roboto Mono"/>
                <a:ea typeface="Roboto Mono"/>
                <a:cs typeface="Roboto Mono"/>
                <a:sym typeface="Roboto Mono"/>
              </a:rPr>
              <a:t>GradientBoostingClassifier</a:t>
            </a:r>
            <a:r>
              <a:rPr lang="en" sz="1500">
                <a:solidFill>
                  <a:schemeClr val="dk1"/>
                </a:solidFill>
              </a:rPr>
              <a:t>.</a:t>
            </a:r>
            <a:endParaRPr sz="15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endParaRPr sz="1700">
              <a:solidFill>
                <a:schemeClr val="dk1"/>
              </a:solidFill>
              <a:latin typeface="Helvetica Neue"/>
              <a:ea typeface="Helvetica Neue"/>
              <a:cs typeface="Helvetica Neue"/>
              <a:sym typeface="Helvetica Neue"/>
            </a:endParaRPr>
          </a:p>
          <a:p>
            <a:pPr marL="457200" lvl="0" indent="0" algn="l" rtl="0">
              <a:lnSpc>
                <a:spcPct val="100000"/>
              </a:lnSpc>
              <a:spcBef>
                <a:spcPts val="1000"/>
              </a:spcBef>
              <a:spcAft>
                <a:spcPts val="0"/>
              </a:spcAft>
              <a:buNone/>
            </a:pPr>
            <a:endParaRPr sz="3800">
              <a:solidFill>
                <a:srgbClr val="0000FF"/>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40"/>
          <p:cNvSpPr txBox="1">
            <a:spLocks noGrp="1"/>
          </p:cNvSpPr>
          <p:nvPr>
            <p:ph type="title"/>
          </p:nvPr>
        </p:nvSpPr>
        <p:spPr>
          <a:xfrm>
            <a:off x="457200" y="205978"/>
            <a:ext cx="8229600" cy="309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195" name="Google Shape;195;p40"/>
          <p:cNvSpPr txBox="1">
            <a:spLocks noGrp="1"/>
          </p:cNvSpPr>
          <p:nvPr>
            <p:ph type="body" idx="1"/>
          </p:nvPr>
        </p:nvSpPr>
        <p:spPr>
          <a:xfrm>
            <a:off x="457200" y="205975"/>
            <a:ext cx="8229600" cy="4388700"/>
          </a:xfrm>
          <a:prstGeom prst="rect">
            <a:avLst/>
          </a:prstGeom>
        </p:spPr>
        <p:txBody>
          <a:bodyPr spcFirstLastPara="1" wrap="square" lIns="91425" tIns="45700" rIns="91425" bIns="45700" anchor="t" anchorCtr="0">
            <a:noAutofit/>
          </a:bodyPr>
          <a:lstStyle/>
          <a:p>
            <a:pPr marL="914400" lvl="0" indent="0" algn="l" rtl="0">
              <a:lnSpc>
                <a:spcPct val="115000"/>
              </a:lnSpc>
              <a:spcBef>
                <a:spcPts val="1200"/>
              </a:spcBef>
              <a:spcAft>
                <a:spcPts val="0"/>
              </a:spcAft>
              <a:buNone/>
            </a:pPr>
            <a:endParaRPr sz="1600">
              <a:solidFill>
                <a:schemeClr val="dk1"/>
              </a:solidFill>
            </a:endParaRPr>
          </a:p>
          <a:p>
            <a:pPr marL="457200" lvl="0" indent="-323850" algn="l" rtl="0">
              <a:lnSpc>
                <a:spcPct val="115000"/>
              </a:lnSpc>
              <a:spcBef>
                <a:spcPts val="1200"/>
              </a:spcBef>
              <a:spcAft>
                <a:spcPts val="0"/>
              </a:spcAft>
              <a:buClr>
                <a:schemeClr val="dk1"/>
              </a:buClr>
              <a:buSzPts val="1500"/>
              <a:buChar char="●"/>
            </a:pPr>
            <a:r>
              <a:rPr lang="en" sz="1500">
                <a:solidFill>
                  <a:schemeClr val="dk1"/>
                </a:solidFill>
              </a:rPr>
              <a:t>Learned how to perform </a:t>
            </a:r>
            <a:r>
              <a:rPr lang="en" sz="1500" b="1">
                <a:solidFill>
                  <a:schemeClr val="dk1"/>
                </a:solidFill>
              </a:rPr>
              <a:t>hyperparameter tuning</a:t>
            </a:r>
            <a:r>
              <a:rPr lang="en" sz="1500">
                <a:solidFill>
                  <a:schemeClr val="dk1"/>
                </a:solidFill>
              </a:rPr>
              <a:t> using </a:t>
            </a:r>
            <a:r>
              <a:rPr lang="en" sz="1500">
                <a:solidFill>
                  <a:srgbClr val="188038"/>
                </a:solidFill>
                <a:latin typeface="Roboto Mono"/>
                <a:ea typeface="Roboto Mono"/>
                <a:cs typeface="Roboto Mono"/>
                <a:sym typeface="Roboto Mono"/>
              </a:rPr>
              <a:t>GridSearchCV</a:t>
            </a:r>
            <a:r>
              <a:rPr lang="en" sz="1500">
                <a:solidFill>
                  <a:schemeClr val="dk1"/>
                </a:solidFill>
              </a:rPr>
              <a:t> and how it affects model performance.</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Understood the importance of </a:t>
            </a:r>
            <a:r>
              <a:rPr lang="en" sz="1500" b="1">
                <a:solidFill>
                  <a:schemeClr val="dk1"/>
                </a:solidFill>
              </a:rPr>
              <a:t>cross-validation</a:t>
            </a:r>
            <a:r>
              <a:rPr lang="en" sz="1500">
                <a:solidFill>
                  <a:schemeClr val="dk1"/>
                </a:solidFill>
              </a:rPr>
              <a:t> to avoid overfitting and ensure model generalization.</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Applied </a:t>
            </a:r>
            <a:r>
              <a:rPr lang="en" sz="1500" b="1">
                <a:solidFill>
                  <a:schemeClr val="dk1"/>
                </a:solidFill>
              </a:rPr>
              <a:t>ensemble learning</a:t>
            </a:r>
            <a:r>
              <a:rPr lang="en" sz="1500">
                <a:solidFill>
                  <a:schemeClr val="dk1"/>
                </a:solidFill>
              </a:rPr>
              <a:t> using </a:t>
            </a:r>
            <a:r>
              <a:rPr lang="en" sz="1500">
                <a:solidFill>
                  <a:srgbClr val="188038"/>
                </a:solidFill>
                <a:latin typeface="Roboto Mono"/>
                <a:ea typeface="Roboto Mono"/>
                <a:cs typeface="Roboto Mono"/>
                <a:sym typeface="Roboto Mono"/>
              </a:rPr>
              <a:t>VotingClassifier</a:t>
            </a:r>
            <a:r>
              <a:rPr lang="en" sz="1500">
                <a:solidFill>
                  <a:schemeClr val="dk1"/>
                </a:solidFill>
              </a:rPr>
              <a:t> to combine predictions from multiple models for better accuracy.</a:t>
            </a:r>
            <a:endParaRPr sz="1500">
              <a:solidFill>
                <a:schemeClr val="dk1"/>
              </a:solidFill>
            </a:endParaRPr>
          </a:p>
          <a:p>
            <a:pPr marL="0" lvl="0" indent="0" algn="l" rtl="0">
              <a:lnSpc>
                <a:spcPct val="115000"/>
              </a:lnSpc>
              <a:spcBef>
                <a:spcPts val="1400"/>
              </a:spcBef>
              <a:spcAft>
                <a:spcPts val="0"/>
              </a:spcAft>
              <a:buNone/>
            </a:pPr>
            <a:r>
              <a:rPr lang="en" sz="1700" b="1">
                <a:solidFill>
                  <a:schemeClr val="dk1"/>
                </a:solidFill>
              </a:rPr>
              <a:t>Problem-Solving &amp; Teamwork</a:t>
            </a:r>
            <a:endParaRPr sz="17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n" sz="1500">
                <a:solidFill>
                  <a:schemeClr val="dk1"/>
                </a:solidFill>
              </a:rPr>
              <a:t>Followed a structured pipeline from data cleaning to evaluation and iteration.</a:t>
            </a:r>
            <a:endParaRPr sz="1500">
              <a:solidFill>
                <a:schemeClr val="dk1"/>
              </a:solidFill>
            </a:endParaRPr>
          </a:p>
          <a:p>
            <a:pPr marL="457200" lvl="0" indent="-349250" algn="l" rtl="0">
              <a:lnSpc>
                <a:spcPct val="115000"/>
              </a:lnSpc>
              <a:spcBef>
                <a:spcPts val="0"/>
              </a:spcBef>
              <a:spcAft>
                <a:spcPts val="0"/>
              </a:spcAft>
              <a:buClr>
                <a:schemeClr val="dk1"/>
              </a:buClr>
              <a:buSzPts val="1900"/>
              <a:buChar char="●"/>
            </a:pPr>
            <a:r>
              <a:rPr lang="en" sz="1500">
                <a:solidFill>
                  <a:schemeClr val="dk1"/>
                </a:solidFill>
              </a:rPr>
              <a:t>Identified data imbalances and experimented with techniques like </a:t>
            </a:r>
            <a:r>
              <a:rPr lang="en" sz="1500" b="1">
                <a:solidFill>
                  <a:schemeClr val="dk1"/>
                </a:solidFill>
              </a:rPr>
              <a:t>stratified sampling</a:t>
            </a:r>
            <a:r>
              <a:rPr lang="en" sz="1500">
                <a:solidFill>
                  <a:schemeClr val="dk1"/>
                </a:solidFill>
              </a:rPr>
              <a:t> to preserve class distributions during training/testing</a:t>
            </a:r>
            <a:endParaRPr sz="19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Collaborated efficiently by dividing tasks and maintaining clear communication and version control, discussed findings collaboratively.</a:t>
            </a:r>
            <a:endParaRPr sz="1500">
              <a:solidFill>
                <a:schemeClr val="dk1"/>
              </a:solidFill>
            </a:endParaRPr>
          </a:p>
          <a:p>
            <a:pPr marL="457200" lvl="0" indent="0" algn="l" rtl="0">
              <a:lnSpc>
                <a:spcPct val="115000"/>
              </a:lnSpc>
              <a:spcBef>
                <a:spcPts val="1200"/>
              </a:spcBef>
              <a:spcAft>
                <a:spcPts val="1200"/>
              </a:spcAft>
              <a:buNone/>
            </a:pPr>
            <a:endParaRPr sz="15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1"/>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b="1"/>
              <a:t>Demo</a:t>
            </a:r>
            <a:endParaRPr b="1"/>
          </a:p>
        </p:txBody>
      </p:sp>
      <p:sp>
        <p:nvSpPr>
          <p:cNvPr id="201" name="Google Shape;201;p41"/>
          <p:cNvSpPr txBox="1">
            <a:spLocks noGrp="1"/>
          </p:cNvSpPr>
          <p:nvPr>
            <p:ph type="body" idx="1"/>
          </p:nvPr>
        </p:nvSpPr>
        <p:spPr>
          <a:xfrm>
            <a:off x="457200" y="1200150"/>
            <a:ext cx="8229600" cy="3394575"/>
          </a:xfrm>
          <a:prstGeom prst="rect">
            <a:avLst/>
          </a:prstGeom>
          <a:noFill/>
          <a:ln>
            <a:noFill/>
          </a:ln>
        </p:spPr>
        <p:txBody>
          <a:bodyPr spcFirstLastPara="1" wrap="square" lIns="91425" tIns="45700" rIns="91425" bIns="45700" anchor="t" anchorCtr="0">
            <a:noAutofit/>
          </a:bodyPr>
          <a:lstStyle/>
          <a:p>
            <a:pPr marL="457200" lvl="0" indent="-387350" algn="l" rtl="0">
              <a:spcBef>
                <a:spcPts val="0"/>
              </a:spcBef>
              <a:spcAft>
                <a:spcPts val="0"/>
              </a:spcAft>
              <a:buClr>
                <a:schemeClr val="dk1"/>
              </a:buClr>
              <a:buSzPts val="2500"/>
              <a:buChar char="•"/>
            </a:pPr>
            <a:r>
              <a:rPr lang="en" sz="2500">
                <a:solidFill>
                  <a:schemeClr val="dk1"/>
                </a:solidFill>
              </a:rPr>
              <a:t>A GUI demo for classifying a new incoming data input to predict whether given input has above $50k or below $50k.</a:t>
            </a:r>
            <a:endParaRPr sz="2500">
              <a:solidFill>
                <a:schemeClr val="dk1"/>
              </a:solidFill>
            </a:endParaRPr>
          </a:p>
          <a:p>
            <a:pPr marL="457200" lvl="0" indent="-387350" algn="l" rtl="0">
              <a:spcBef>
                <a:spcPts val="0"/>
              </a:spcBef>
              <a:spcAft>
                <a:spcPts val="0"/>
              </a:spcAft>
              <a:buClr>
                <a:schemeClr val="dk1"/>
              </a:buClr>
              <a:buSzPts val="2500"/>
              <a:buChar char="•"/>
            </a:pPr>
            <a:r>
              <a:rPr lang="en" sz="2500">
                <a:solidFill>
                  <a:schemeClr val="dk1"/>
                </a:solidFill>
              </a:rPr>
              <a:t>On the terminal run the following command :</a:t>
            </a:r>
            <a:endParaRPr sz="2500">
              <a:solidFill>
                <a:schemeClr val="dk1"/>
              </a:solidFill>
            </a:endParaRPr>
          </a:p>
          <a:p>
            <a:pPr marL="0" lvl="0" indent="0" algn="l" rtl="0">
              <a:spcBef>
                <a:spcPts val="0"/>
              </a:spcBef>
              <a:spcAft>
                <a:spcPts val="0"/>
              </a:spcAft>
              <a:buNone/>
            </a:pPr>
            <a:r>
              <a:rPr lang="en" sz="2500">
                <a:solidFill>
                  <a:schemeClr val="dk1"/>
                </a:solidFill>
              </a:rPr>
              <a:t>		‘Streamlit run demo.py’</a:t>
            </a:r>
            <a:endParaRPr sz="2500">
              <a:solidFill>
                <a:schemeClr val="dk1"/>
              </a:solidFill>
            </a:endParaRPr>
          </a:p>
          <a:p>
            <a:pPr marL="0" lvl="0" indent="0" algn="l" rtl="0">
              <a:spcBef>
                <a:spcPts val="0"/>
              </a:spcBef>
              <a:spcAft>
                <a:spcPts val="0"/>
              </a:spcAft>
              <a:buNone/>
            </a:pPr>
            <a:r>
              <a:rPr lang="en" sz="2500">
                <a:solidFill>
                  <a:schemeClr val="dk1"/>
                </a:solidFill>
              </a:rPr>
              <a:t>The interface takes input various demographic details of an individual and predict if his income is less or more than $50k</a:t>
            </a:r>
            <a:r>
              <a:rPr lang="en" sz="2500"/>
              <a:t> </a:t>
            </a:r>
            <a:endParaRPr sz="2500"/>
          </a:p>
          <a:p>
            <a:pPr marL="914400" lvl="0" indent="0" algn="l" rtl="0">
              <a:lnSpc>
                <a:spcPct val="100000"/>
              </a:lnSpc>
              <a:spcBef>
                <a:spcPts val="0"/>
              </a:spcBef>
              <a:spcAft>
                <a:spcPts val="0"/>
              </a:spcAft>
              <a:buNone/>
            </a:pPr>
            <a:endParaRPr sz="3800">
              <a:solidFill>
                <a:srgbClr val="0000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2"/>
          <p:cNvSpPr txBox="1">
            <a:spLocks noGrp="1"/>
          </p:cNvSpPr>
          <p:nvPr>
            <p:ph type="title"/>
          </p:nvPr>
        </p:nvSpPr>
        <p:spPr>
          <a:xfrm>
            <a:off x="457200" y="141775"/>
            <a:ext cx="8229600" cy="471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 sz="3000" b="1"/>
              <a:t>Summary and Conclusion</a:t>
            </a:r>
            <a:endParaRPr sz="3000" b="1"/>
          </a:p>
        </p:txBody>
      </p:sp>
      <p:sp>
        <p:nvSpPr>
          <p:cNvPr id="207" name="Google Shape;207;p42"/>
          <p:cNvSpPr txBox="1">
            <a:spLocks noGrp="1"/>
          </p:cNvSpPr>
          <p:nvPr>
            <p:ph type="body" idx="1"/>
          </p:nvPr>
        </p:nvSpPr>
        <p:spPr>
          <a:xfrm>
            <a:off x="457200" y="774125"/>
            <a:ext cx="8229600" cy="4131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500" b="1">
                <a:solidFill>
                  <a:schemeClr val="dk1"/>
                </a:solidFill>
              </a:rPr>
              <a:t> Problem Recap</a:t>
            </a:r>
            <a:endParaRPr sz="15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500">
                <a:solidFill>
                  <a:schemeClr val="dk1"/>
                </a:solidFill>
              </a:rPr>
              <a:t>The goal of this project was to predict whether an individual earns more than $50K annually using demographic and work-related attributes from the UCI Adult Census dataset. This classification task involved data cleaning, feature engineering, model training, and evaluation.</a:t>
            </a:r>
            <a:endParaRPr sz="15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500" b="1">
                <a:solidFill>
                  <a:schemeClr val="dk1"/>
                </a:solidFill>
              </a:rPr>
              <a:t>Main Findings</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n" sz="1500">
                <a:solidFill>
                  <a:schemeClr val="dk1"/>
                </a:solidFill>
              </a:rPr>
              <a:t>Among all models tested, </a:t>
            </a:r>
            <a:r>
              <a:rPr lang="en" sz="1500" b="1">
                <a:solidFill>
                  <a:schemeClr val="dk1"/>
                </a:solidFill>
              </a:rPr>
              <a:t>Gradient Boosting</a:t>
            </a:r>
            <a:r>
              <a:rPr lang="en" sz="1500">
                <a:solidFill>
                  <a:schemeClr val="dk1"/>
                </a:solidFill>
              </a:rPr>
              <a:t> consistently delivered the best performance, outperforming logistic regression, SVM, and decision trees.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Features like </a:t>
            </a:r>
            <a:r>
              <a:rPr lang="en" sz="1500" b="1">
                <a:solidFill>
                  <a:schemeClr val="dk1"/>
                </a:solidFill>
              </a:rPr>
              <a:t>education level</a:t>
            </a:r>
            <a:r>
              <a:rPr lang="en" sz="1500">
                <a:solidFill>
                  <a:schemeClr val="dk1"/>
                </a:solidFill>
              </a:rPr>
              <a:t>, </a:t>
            </a:r>
            <a:r>
              <a:rPr lang="en" sz="1500" b="1">
                <a:solidFill>
                  <a:schemeClr val="dk1"/>
                </a:solidFill>
              </a:rPr>
              <a:t>hours-per-week</a:t>
            </a:r>
            <a:r>
              <a:rPr lang="en" sz="1500">
                <a:solidFill>
                  <a:schemeClr val="dk1"/>
                </a:solidFill>
              </a:rPr>
              <a:t>, and </a:t>
            </a:r>
            <a:r>
              <a:rPr lang="en" sz="1500" b="1">
                <a:solidFill>
                  <a:schemeClr val="dk1"/>
                </a:solidFill>
              </a:rPr>
              <a:t>capital gain</a:t>
            </a:r>
            <a:r>
              <a:rPr lang="en" sz="1500">
                <a:solidFill>
                  <a:schemeClr val="dk1"/>
                </a:solidFill>
              </a:rPr>
              <a:t> had the most predictive power.</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Ensemble methods (e.g., VotingClassifier) slightly improved overall accuracy by combining multiple models.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Class imbalance and overlapping feature distributions posed challenges for perfect accuracy.`</a:t>
            </a:r>
            <a:endParaRPr sz="15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1853</Words>
  <Application>Microsoft Office PowerPoint</Application>
  <PresentationFormat>On-screen Show (16:9)</PresentationFormat>
  <Paragraphs>124</Paragraphs>
  <Slides>19</Slides>
  <Notes>19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Courier New</vt:lpstr>
      <vt:lpstr>Inter</vt:lpstr>
      <vt:lpstr>Helvetica Neue</vt:lpstr>
      <vt:lpstr>Arial</vt:lpstr>
      <vt:lpstr>Roboto Mono</vt:lpstr>
      <vt:lpstr>Roboto</vt:lpstr>
      <vt:lpstr>Simple Light</vt:lpstr>
      <vt:lpstr>Default Design</vt:lpstr>
      <vt:lpstr>Adult Census Income Level Prediction</vt:lpstr>
      <vt:lpstr>Problem Statement</vt:lpstr>
      <vt:lpstr>Brief explanation of problem:</vt:lpstr>
      <vt:lpstr>Motivation</vt:lpstr>
      <vt:lpstr>Literature Review</vt:lpstr>
      <vt:lpstr> </vt:lpstr>
      <vt:lpstr>Dataset</vt:lpstr>
      <vt:lpstr>Method/Technique used in paper</vt:lpstr>
      <vt:lpstr>Improvements over the paper</vt:lpstr>
      <vt:lpstr>   </vt:lpstr>
      <vt:lpstr>Results</vt:lpstr>
      <vt:lpstr>Analysis</vt:lpstr>
      <vt:lpstr> </vt:lpstr>
      <vt:lpstr> </vt:lpstr>
      <vt:lpstr>Error analysis</vt:lpstr>
      <vt:lpstr>Learnings</vt:lpstr>
      <vt:lpstr> </vt:lpstr>
      <vt:lpstr>Demo</vt:lpstr>
      <vt:lpstr>Summary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Pranathi chennupalli</cp:lastModifiedBy>
  <cp:revision>2</cp:revision>
  <dcterms:modified xsi:type="dcterms:W3CDTF">2026-06-25T07:36:15Z</dcterms:modified>
</cp:coreProperties>
</file>